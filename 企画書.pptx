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60" d="100"/>
          <a:sy n="60" d="100"/>
        </p:scale>
        <p:origin x="72" y="12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サブタイトル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 smtClean="0"/>
              <a:t>マスター サブタイトルの書式設定</a:t>
            </a:r>
            <a:endParaRPr kumimoji="1" lang="ja-JP" altLang="en-US"/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8BAAB1-9E03-4253-A991-98CF19265507}" type="datetimeFigureOut">
              <a:rPr kumimoji="1" lang="ja-JP" altLang="en-US" smtClean="0"/>
              <a:t>2026/10/5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828F71-C8A1-4B27-869C-020F50FB78C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9110850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8BAAB1-9E03-4253-A991-98CF19265507}" type="datetimeFigureOut">
              <a:rPr kumimoji="1" lang="ja-JP" altLang="en-US" smtClean="0"/>
              <a:t>2026/10/5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828F71-C8A1-4B27-869C-020F50FB78C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128402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テキスト プレースホルダー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 smtClean="0"/>
              <a:t>マスター テキストの書式設定</a:t>
            </a:r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8BAAB1-9E03-4253-A991-98CF19265507}" type="datetimeFigureOut">
              <a:rPr kumimoji="1" lang="ja-JP" altLang="en-US" smtClean="0"/>
              <a:t>2026/10/5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828F71-C8A1-4B27-869C-020F50FB78C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8512685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4" name="コンテンツ プレースホルダー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5" name="日付プレースホルダー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8BAAB1-9E03-4253-A991-98CF19265507}" type="datetimeFigureOut">
              <a:rPr kumimoji="1" lang="ja-JP" altLang="en-US" smtClean="0"/>
              <a:t>2026/10/5</a:t>
            </a:fld>
            <a:endParaRPr kumimoji="1" lang="ja-JP" altLang="en-US"/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828F71-C8A1-4B27-869C-020F50FB78C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649762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テキスト プレースホルダー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 smtClean="0"/>
              <a:t>マスター テキストの書式設定</a:t>
            </a:r>
          </a:p>
        </p:txBody>
      </p:sp>
      <p:sp>
        <p:nvSpPr>
          <p:cNvPr id="4" name="コンテンツ プレースホルダー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5" name="テキス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 smtClean="0"/>
              <a:t>マスター テキストの書式設定</a:t>
            </a:r>
          </a:p>
        </p:txBody>
      </p:sp>
      <p:sp>
        <p:nvSpPr>
          <p:cNvPr id="6" name="コンテンツ プレースホルダー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7" name="日付プレースホルダー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8BAAB1-9E03-4253-A991-98CF19265507}" type="datetimeFigureOut">
              <a:rPr kumimoji="1" lang="ja-JP" altLang="en-US" smtClean="0"/>
              <a:t>2026/10/5</a:t>
            </a:fld>
            <a:endParaRPr kumimoji="1" lang="ja-JP" altLang="en-US"/>
          </a:p>
        </p:txBody>
      </p:sp>
      <p:sp>
        <p:nvSpPr>
          <p:cNvPr id="8" name="フッター プレースホルダー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828F71-C8A1-4B27-869C-020F50FB78C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222781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8BAAB1-9E03-4253-A991-98CF19265507}" type="datetimeFigureOut">
              <a:rPr kumimoji="1" lang="ja-JP" altLang="en-US" smtClean="0"/>
              <a:t>2026/10/5</a:t>
            </a:fld>
            <a:endParaRPr kumimoji="1" lang="ja-JP" altLang="en-US"/>
          </a:p>
        </p:txBody>
      </p:sp>
      <p:sp>
        <p:nvSpPr>
          <p:cNvPr id="4" name="フッター プレースホルダー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828F71-C8A1-4B27-869C-020F50FB78C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5150869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8BAAB1-9E03-4253-A991-98CF19265507}" type="datetimeFigureOut">
              <a:rPr kumimoji="1" lang="ja-JP" altLang="en-US" smtClean="0"/>
              <a:t>2026/10/5</a:t>
            </a:fld>
            <a:endParaRPr kumimoji="1" lang="ja-JP" altLang="en-US"/>
          </a:p>
        </p:txBody>
      </p:sp>
      <p:sp>
        <p:nvSpPr>
          <p:cNvPr id="3" name="フッター プレースホルダー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828F71-C8A1-4B27-869C-020F50FB78C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748450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&#10;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4" name="テキスト プレースホルダー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 smtClean="0"/>
              <a:t>マスター テキストの書式設定</a:t>
            </a:r>
          </a:p>
        </p:txBody>
      </p:sp>
      <p:sp>
        <p:nvSpPr>
          <p:cNvPr id="5" name="日付プレースホルダー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8BAAB1-9E03-4253-A991-98CF19265507}" type="datetimeFigureOut">
              <a:rPr kumimoji="1" lang="ja-JP" altLang="en-US" smtClean="0"/>
              <a:t>2026/10/5</a:t>
            </a:fld>
            <a:endParaRPr kumimoji="1" lang="ja-JP" altLang="en-US"/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828F71-C8A1-4B27-869C-020F50FB78C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7610868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図プレースホルダー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 smtClean="0"/>
              <a:t>マスター テキストの書式設定</a:t>
            </a:r>
          </a:p>
        </p:txBody>
      </p:sp>
      <p:sp>
        <p:nvSpPr>
          <p:cNvPr id="5" name="日付プレースホルダー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8BAAB1-9E03-4253-A991-98CF19265507}" type="datetimeFigureOut">
              <a:rPr kumimoji="1" lang="ja-JP" altLang="en-US" smtClean="0"/>
              <a:t>2026/10/5</a:t>
            </a:fld>
            <a:endParaRPr kumimoji="1" lang="ja-JP" altLang="en-US"/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828F71-C8A1-4B27-869C-020F50FB78C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862025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縦書きテキスト プレースホルダー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8BAAB1-9E03-4253-A991-98CF19265507}" type="datetimeFigureOut">
              <a:rPr kumimoji="1" lang="ja-JP" altLang="en-US" smtClean="0"/>
              <a:t>2026/10/5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828F71-C8A1-4B27-869C-020F50FB78C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93075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縦書きテキスト プレースホルダー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8BAAB1-9E03-4253-A991-98CF19265507}" type="datetimeFigureOut">
              <a:rPr kumimoji="1" lang="ja-JP" altLang="en-US" smtClean="0"/>
              <a:t>2026/10/5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828F71-C8A1-4B27-869C-020F50FB78C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230935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テキスト プレースホルダー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88BAAB1-9E03-4253-A991-98CF19265507}" type="datetimeFigureOut">
              <a:rPr kumimoji="1" lang="ja-JP" altLang="en-US" smtClean="0"/>
              <a:t>2026/10/5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E828F71-C8A1-4B27-869C-020F50FB78C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398488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ja-JP" altLang="en-US" dirty="0"/>
              <a:t>企画書</a:t>
            </a:r>
            <a:endParaRPr kumimoji="1" lang="ja-JP" altLang="en-US" dirty="0"/>
          </a:p>
        </p:txBody>
      </p:sp>
      <p:sp>
        <p:nvSpPr>
          <p:cNvPr id="3" name="サブタイトル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kumimoji="1" lang="en-US" altLang="ja-JP" dirty="0" smtClean="0"/>
              <a:t>3</a:t>
            </a:r>
            <a:r>
              <a:rPr kumimoji="1" lang="ja-JP" altLang="en-US" dirty="0" smtClean="0"/>
              <a:t>年　坂口　耕汰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76834660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/>
          <p:cNvSpPr txBox="1"/>
          <p:nvPr/>
        </p:nvSpPr>
        <p:spPr>
          <a:xfrm>
            <a:off x="394283" y="814111"/>
            <a:ext cx="11819261" cy="39703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 smtClean="0"/>
              <a:t>・ゲームジャンル：ギャンブル</a:t>
            </a:r>
            <a:r>
              <a:rPr kumimoji="1" lang="en-US" altLang="ja-JP" dirty="0" smtClean="0"/>
              <a:t>×</a:t>
            </a:r>
            <a:r>
              <a:rPr kumimoji="1" lang="ja-JP" altLang="en-US" dirty="0" smtClean="0"/>
              <a:t>ローグライクゲーム</a:t>
            </a:r>
            <a:endParaRPr kumimoji="1" lang="en-US" altLang="ja-JP" dirty="0" smtClean="0"/>
          </a:p>
          <a:p>
            <a:endParaRPr lang="en-US" altLang="ja-JP" dirty="0"/>
          </a:p>
          <a:p>
            <a:r>
              <a:rPr kumimoji="1" lang="ja-JP" altLang="en-US" dirty="0" smtClean="0"/>
              <a:t>・使用エンジン：</a:t>
            </a:r>
            <a:r>
              <a:rPr lang="en-US" altLang="ja-JP" dirty="0" smtClean="0"/>
              <a:t>Unreal </a:t>
            </a:r>
            <a:r>
              <a:rPr lang="en-US" altLang="ja-JP" dirty="0" err="1" smtClean="0"/>
              <a:t>Engin</a:t>
            </a:r>
            <a:r>
              <a:rPr lang="en-US" altLang="ja-JP" dirty="0" smtClean="0"/>
              <a:t> 5.5</a:t>
            </a:r>
          </a:p>
          <a:p>
            <a:endParaRPr lang="en-US" altLang="ja-JP" dirty="0"/>
          </a:p>
          <a:p>
            <a:r>
              <a:rPr lang="ja-JP" altLang="en-US" dirty="0" smtClean="0"/>
              <a:t>・一人プレイ</a:t>
            </a:r>
            <a:endParaRPr lang="en-US" altLang="ja-JP" dirty="0" smtClean="0"/>
          </a:p>
          <a:p>
            <a:endParaRPr kumimoji="1" lang="en-US" altLang="ja-JP" dirty="0"/>
          </a:p>
          <a:p>
            <a:r>
              <a:rPr lang="ja-JP" altLang="en-US" dirty="0" smtClean="0"/>
              <a:t>・プレイヤーは</a:t>
            </a:r>
            <a:r>
              <a:rPr lang="en-US" altLang="ja-JP" dirty="0" smtClean="0"/>
              <a:t>HP</a:t>
            </a:r>
            <a:r>
              <a:rPr lang="ja-JP" altLang="en-US" dirty="0" err="1" smtClean="0"/>
              <a:t>、</a:t>
            </a:r>
            <a:r>
              <a:rPr lang="ja-JP" altLang="en-US" dirty="0" smtClean="0"/>
              <a:t>コイン、サイコロを持ってゲームを開始し、マップを進みながら敵と戦闘したり、イベント</a:t>
            </a:r>
            <a:endParaRPr lang="en-US" altLang="ja-JP" dirty="0" smtClean="0"/>
          </a:p>
          <a:p>
            <a:r>
              <a:rPr lang="ja-JP" altLang="en-US" dirty="0" smtClean="0"/>
              <a:t>に挑戦する</a:t>
            </a:r>
            <a:r>
              <a:rPr lang="ja-JP" altLang="en-US" dirty="0"/>
              <a:t>。</a:t>
            </a:r>
            <a:endParaRPr lang="en-US" altLang="ja-JP" dirty="0"/>
          </a:p>
          <a:p>
            <a:r>
              <a:rPr lang="ja-JP" altLang="en-US" dirty="0" smtClean="0"/>
              <a:t>戦闘時に攻撃か防御を選択し、サイコロを振って出た目を攻撃力、防御力として使用する。</a:t>
            </a:r>
            <a:endParaRPr lang="en-US" altLang="ja-JP" dirty="0"/>
          </a:p>
          <a:p>
            <a:r>
              <a:rPr lang="ja-JP" altLang="en-US" dirty="0" smtClean="0"/>
              <a:t>さらに、コインを使うことで任意でもう一度サイコロを振ることができる。二回目の出目が一回目よりも</a:t>
            </a:r>
            <a:endParaRPr lang="en-US" altLang="ja-JP" dirty="0" smtClean="0"/>
          </a:p>
          <a:p>
            <a:r>
              <a:rPr lang="ja-JP" altLang="en-US" dirty="0" smtClean="0"/>
              <a:t>小さい場合は数値が</a:t>
            </a:r>
            <a:r>
              <a:rPr lang="en-US" altLang="ja-JP" dirty="0" smtClean="0"/>
              <a:t>0</a:t>
            </a:r>
            <a:r>
              <a:rPr lang="ja-JP" altLang="en-US" dirty="0" smtClean="0"/>
              <a:t>になり、大きい場合は</a:t>
            </a:r>
            <a:r>
              <a:rPr lang="en-US" altLang="ja-JP" dirty="0" smtClean="0"/>
              <a:t>+2</a:t>
            </a:r>
            <a:r>
              <a:rPr lang="ja-JP" altLang="en-US" dirty="0" err="1" smtClean="0"/>
              <a:t>、</a:t>
            </a:r>
            <a:r>
              <a:rPr lang="ja-JP" altLang="en-US" dirty="0" smtClean="0"/>
              <a:t>同じ場合は</a:t>
            </a:r>
            <a:r>
              <a:rPr lang="en-US" altLang="ja-JP" dirty="0" smtClean="0"/>
              <a:t>2</a:t>
            </a:r>
            <a:r>
              <a:rPr lang="ja-JP" altLang="en-US" dirty="0" smtClean="0"/>
              <a:t>倍になる。</a:t>
            </a:r>
            <a:endParaRPr lang="en-US" altLang="ja-JP" dirty="0" smtClean="0"/>
          </a:p>
          <a:p>
            <a:r>
              <a:rPr lang="ja-JP" altLang="en-US" dirty="0"/>
              <a:t>敵</a:t>
            </a:r>
            <a:r>
              <a:rPr lang="ja-JP" altLang="en-US" dirty="0" smtClean="0"/>
              <a:t>を倒すとコインまたは</a:t>
            </a:r>
            <a:r>
              <a:rPr lang="en-US" altLang="ja-JP" dirty="0" smtClean="0"/>
              <a:t>HP</a:t>
            </a:r>
            <a:r>
              <a:rPr lang="ja-JP" altLang="en-US" dirty="0" smtClean="0"/>
              <a:t>回復を選択して獲得でき、</a:t>
            </a:r>
            <a:endParaRPr lang="en-US" altLang="ja-JP" dirty="0" smtClean="0"/>
          </a:p>
          <a:p>
            <a:r>
              <a:rPr lang="ja-JP" altLang="en-US" dirty="0" smtClean="0"/>
              <a:t>マップ上の宝箱からサイコロを強化するアイテムを入手できる。</a:t>
            </a:r>
            <a:endParaRPr lang="en-US" altLang="ja-JP" dirty="0" smtClean="0"/>
          </a:p>
          <a:p>
            <a:r>
              <a:rPr lang="ja-JP" altLang="en-US" dirty="0"/>
              <a:t>運だけで</a:t>
            </a:r>
            <a:r>
              <a:rPr lang="ja-JP" altLang="en-US" dirty="0" smtClean="0"/>
              <a:t>なく、現在の状況を見て</a:t>
            </a:r>
            <a:r>
              <a:rPr lang="ja-JP" altLang="en-US" dirty="0"/>
              <a:t>判断</a:t>
            </a:r>
            <a:r>
              <a:rPr lang="ja-JP" altLang="en-US" dirty="0" smtClean="0"/>
              <a:t>することが重要となっている。</a:t>
            </a:r>
            <a:endParaRPr lang="en-US" altLang="ja-JP" dirty="0" smtClean="0"/>
          </a:p>
        </p:txBody>
      </p:sp>
      <p:sp>
        <p:nvSpPr>
          <p:cNvPr id="5" name="テキスト ボックス 4"/>
          <p:cNvSpPr txBox="1"/>
          <p:nvPr/>
        </p:nvSpPr>
        <p:spPr>
          <a:xfrm>
            <a:off x="394283" y="167780"/>
            <a:ext cx="249299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600" dirty="0" smtClean="0">
                <a:solidFill>
                  <a:srgbClr val="FF0000"/>
                </a:solidFill>
              </a:rPr>
              <a:t>ゲーム概要</a:t>
            </a:r>
            <a:endParaRPr kumimoji="1" lang="ja-JP" altLang="en-US" sz="3600" dirty="0">
              <a:solidFill>
                <a:srgbClr val="FF0000"/>
              </a:solidFill>
            </a:endParaRPr>
          </a:p>
        </p:txBody>
      </p:sp>
      <p:sp>
        <p:nvSpPr>
          <p:cNvPr id="7" name="テキスト ボックス 6"/>
          <p:cNvSpPr txBox="1"/>
          <p:nvPr/>
        </p:nvSpPr>
        <p:spPr>
          <a:xfrm>
            <a:off x="394283" y="4874004"/>
            <a:ext cx="249299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600" dirty="0" smtClean="0">
                <a:solidFill>
                  <a:srgbClr val="FF0000"/>
                </a:solidFill>
              </a:rPr>
              <a:t>コンセプト</a:t>
            </a:r>
            <a:endParaRPr kumimoji="1" lang="ja-JP" altLang="en-US" sz="3600" dirty="0">
              <a:solidFill>
                <a:srgbClr val="FF0000"/>
              </a:solidFill>
            </a:endParaRPr>
          </a:p>
        </p:txBody>
      </p:sp>
      <p:sp>
        <p:nvSpPr>
          <p:cNvPr id="8" name="テキスト ボックス 7"/>
          <p:cNvSpPr txBox="1"/>
          <p:nvPr/>
        </p:nvSpPr>
        <p:spPr>
          <a:xfrm>
            <a:off x="629174" y="5645791"/>
            <a:ext cx="50321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 smtClean="0"/>
              <a:t>ローグライクにギャンブル要素を入れたゲーム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00976893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正方形/長方形 4"/>
          <p:cNvSpPr/>
          <p:nvPr/>
        </p:nvSpPr>
        <p:spPr>
          <a:xfrm>
            <a:off x="414621" y="473060"/>
            <a:ext cx="3416320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ja-JP" altLang="en-US" sz="3600" dirty="0">
                <a:solidFill>
                  <a:srgbClr val="FF0000"/>
                </a:solidFill>
              </a:rPr>
              <a:t>面白いポイント</a:t>
            </a:r>
            <a:endParaRPr lang="ja-JP" altLang="en-US" sz="3600" dirty="0">
              <a:solidFill>
                <a:srgbClr val="FF0000"/>
              </a:solidFill>
            </a:endParaRPr>
          </a:p>
        </p:txBody>
      </p:sp>
      <p:sp>
        <p:nvSpPr>
          <p:cNvPr id="6" name="テキスト ボックス 5"/>
          <p:cNvSpPr txBox="1"/>
          <p:nvPr/>
        </p:nvSpPr>
        <p:spPr>
          <a:xfrm>
            <a:off x="414621" y="1119391"/>
            <a:ext cx="98443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dirty="0" smtClean="0"/>
              <a:t>運に任せるだけではなく、サイコロの結果を見て賭けるか、やめるかを自分で決める緊張感</a:t>
            </a:r>
            <a:endParaRPr kumimoji="1" lang="ja-JP" altLang="en-US" dirty="0"/>
          </a:p>
        </p:txBody>
      </p:sp>
      <p:sp>
        <p:nvSpPr>
          <p:cNvPr id="7" name="テキスト ボックス 6"/>
          <p:cNvSpPr txBox="1"/>
          <p:nvPr/>
        </p:nvSpPr>
        <p:spPr>
          <a:xfrm>
            <a:off x="414621" y="1765722"/>
            <a:ext cx="341632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600" dirty="0" smtClean="0">
                <a:solidFill>
                  <a:srgbClr val="FF0000"/>
                </a:solidFill>
              </a:rPr>
              <a:t>ゲームシステム</a:t>
            </a:r>
            <a:endParaRPr kumimoji="1" lang="en-US" altLang="ja-JP" sz="3600" dirty="0" smtClean="0">
              <a:solidFill>
                <a:srgbClr val="FF0000"/>
              </a:solidFill>
            </a:endParaRPr>
          </a:p>
        </p:txBody>
      </p:sp>
      <p:sp>
        <p:nvSpPr>
          <p:cNvPr id="9" name="正方形/長方形 8"/>
          <p:cNvSpPr/>
          <p:nvPr/>
        </p:nvSpPr>
        <p:spPr>
          <a:xfrm>
            <a:off x="503339" y="2667699"/>
            <a:ext cx="1935061" cy="1005943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 smtClean="0">
                <a:solidFill>
                  <a:schemeClr val="tx1"/>
                </a:solidFill>
              </a:rPr>
              <a:t>戦闘開始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10" name="右矢印 9"/>
          <p:cNvSpPr/>
          <p:nvPr/>
        </p:nvSpPr>
        <p:spPr>
          <a:xfrm>
            <a:off x="2759242" y="3048000"/>
            <a:ext cx="898358" cy="40105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" name="正方形/長方形 10"/>
          <p:cNvSpPr/>
          <p:nvPr/>
        </p:nvSpPr>
        <p:spPr>
          <a:xfrm>
            <a:off x="3978442" y="2667699"/>
            <a:ext cx="1935061" cy="1005943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 smtClean="0">
                <a:solidFill>
                  <a:schemeClr val="tx1"/>
                </a:solidFill>
              </a:rPr>
              <a:t>攻撃</a:t>
            </a:r>
            <a:r>
              <a:rPr lang="en-US" altLang="ja-JP" dirty="0" smtClean="0">
                <a:solidFill>
                  <a:schemeClr val="tx1"/>
                </a:solidFill>
              </a:rPr>
              <a:t>/</a:t>
            </a:r>
            <a:r>
              <a:rPr lang="ja-JP" altLang="en-US" dirty="0" smtClean="0">
                <a:solidFill>
                  <a:schemeClr val="tx1"/>
                </a:solidFill>
              </a:rPr>
              <a:t>防御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12" name="右矢印 11"/>
          <p:cNvSpPr/>
          <p:nvPr/>
        </p:nvSpPr>
        <p:spPr>
          <a:xfrm>
            <a:off x="6234345" y="3048000"/>
            <a:ext cx="898358" cy="40105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" name="正方形/長方形 12"/>
          <p:cNvSpPr/>
          <p:nvPr/>
        </p:nvSpPr>
        <p:spPr>
          <a:xfrm>
            <a:off x="7453545" y="2683741"/>
            <a:ext cx="1935061" cy="1005943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 smtClean="0">
                <a:solidFill>
                  <a:schemeClr val="tx1"/>
                </a:solidFill>
              </a:rPr>
              <a:t>🎲一回目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15" name="曲折矢印 14"/>
          <p:cNvSpPr/>
          <p:nvPr/>
        </p:nvSpPr>
        <p:spPr>
          <a:xfrm rot="10800000">
            <a:off x="9861940" y="5618666"/>
            <a:ext cx="794085" cy="765974"/>
          </a:xfrm>
          <a:prstGeom prst="ben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tx1"/>
              </a:solidFill>
            </a:endParaRPr>
          </a:p>
        </p:txBody>
      </p:sp>
      <p:sp>
        <p:nvSpPr>
          <p:cNvPr id="16" name="正方形/長方形 15"/>
          <p:cNvSpPr/>
          <p:nvPr/>
        </p:nvSpPr>
        <p:spPr>
          <a:xfrm>
            <a:off x="9707460" y="4071383"/>
            <a:ext cx="1935061" cy="1005943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 smtClean="0">
                <a:solidFill>
                  <a:schemeClr val="tx1"/>
                </a:solidFill>
              </a:rPr>
              <a:t>BET</a:t>
            </a:r>
            <a:r>
              <a:rPr kumimoji="1" lang="ja-JP" altLang="en-US" dirty="0" smtClean="0">
                <a:solidFill>
                  <a:schemeClr val="tx1"/>
                </a:solidFill>
              </a:rPr>
              <a:t>するか？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17" name="曲折矢印 16"/>
          <p:cNvSpPr/>
          <p:nvPr/>
        </p:nvSpPr>
        <p:spPr>
          <a:xfrm rot="5400000">
            <a:off x="9966118" y="3021950"/>
            <a:ext cx="794085" cy="765974"/>
          </a:xfrm>
          <a:prstGeom prst="ben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tx1"/>
              </a:solidFill>
            </a:endParaRPr>
          </a:p>
        </p:txBody>
      </p:sp>
      <p:sp>
        <p:nvSpPr>
          <p:cNvPr id="18" name="正方形/長方形 17"/>
          <p:cNvSpPr/>
          <p:nvPr/>
        </p:nvSpPr>
        <p:spPr>
          <a:xfrm>
            <a:off x="7493706" y="5618666"/>
            <a:ext cx="1935061" cy="1005943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 smtClean="0">
                <a:solidFill>
                  <a:schemeClr val="tx1"/>
                </a:solidFill>
              </a:rPr>
              <a:t>🎲二回目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19" name="右矢印 18"/>
          <p:cNvSpPr/>
          <p:nvPr/>
        </p:nvSpPr>
        <p:spPr>
          <a:xfrm rot="10800000">
            <a:off x="5929583" y="5921110"/>
            <a:ext cx="898358" cy="40105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0" name="正方形/長方形 19"/>
          <p:cNvSpPr/>
          <p:nvPr/>
        </p:nvSpPr>
        <p:spPr>
          <a:xfrm>
            <a:off x="3444648" y="5618665"/>
            <a:ext cx="1935061" cy="1005943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 smtClean="0">
                <a:solidFill>
                  <a:schemeClr val="tx1"/>
                </a:solidFill>
              </a:rPr>
              <a:t>0/+2/*2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21" name="右矢印 20"/>
          <p:cNvSpPr/>
          <p:nvPr/>
        </p:nvSpPr>
        <p:spPr>
          <a:xfrm rot="10800000">
            <a:off x="2487125" y="5921110"/>
            <a:ext cx="898358" cy="40105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2" name="正方形/長方形 21"/>
          <p:cNvSpPr/>
          <p:nvPr/>
        </p:nvSpPr>
        <p:spPr>
          <a:xfrm>
            <a:off x="2190" y="5618665"/>
            <a:ext cx="1935061" cy="1005943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 smtClean="0">
                <a:solidFill>
                  <a:schemeClr val="tx1"/>
                </a:solidFill>
              </a:rPr>
              <a:t>戦闘結果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2379401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/>
          <p:cNvSpPr txBox="1"/>
          <p:nvPr/>
        </p:nvSpPr>
        <p:spPr>
          <a:xfrm>
            <a:off x="577516" y="513347"/>
            <a:ext cx="249299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600" dirty="0" smtClean="0">
                <a:solidFill>
                  <a:srgbClr val="FF0000"/>
                </a:solidFill>
              </a:rPr>
              <a:t>ゲーム画面</a:t>
            </a:r>
            <a:endParaRPr kumimoji="1" lang="ja-JP" altLang="en-US" sz="3600" dirty="0">
              <a:solidFill>
                <a:srgbClr val="FF0000"/>
              </a:solidFill>
            </a:endParaRPr>
          </a:p>
        </p:txBody>
      </p:sp>
      <p:pic>
        <p:nvPicPr>
          <p:cNvPr id="5" name="図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49641" y="1159678"/>
            <a:ext cx="7176837" cy="4784558"/>
          </a:xfrm>
          <a:prstGeom prst="rect">
            <a:avLst/>
          </a:prstGeom>
        </p:spPr>
      </p:pic>
      <p:sp>
        <p:nvSpPr>
          <p:cNvPr id="6" name="テキスト ボックス 5"/>
          <p:cNvSpPr txBox="1"/>
          <p:nvPr/>
        </p:nvSpPr>
        <p:spPr>
          <a:xfrm>
            <a:off x="2149641" y="6224337"/>
            <a:ext cx="24929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 smtClean="0"/>
              <a:t>基本的にマウスで操作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35792122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57</TotalTime>
  <Words>229</Words>
  <Application>Microsoft Office PowerPoint</Application>
  <PresentationFormat>ワイド画面</PresentationFormat>
  <Paragraphs>31</Paragraphs>
  <Slides>4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4</vt:i4>
      </vt:variant>
    </vt:vector>
  </HeadingPairs>
  <TitlesOfParts>
    <vt:vector size="8" baseType="lpstr">
      <vt:lpstr>游ゴシック</vt:lpstr>
      <vt:lpstr>游ゴシック Light</vt:lpstr>
      <vt:lpstr>Arial</vt:lpstr>
      <vt:lpstr>Office テーマ</vt:lpstr>
      <vt:lpstr>企画書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企画書</dc:title>
  <dc:creator>GA3</dc:creator>
  <cp:lastModifiedBy>GA3</cp:lastModifiedBy>
  <cp:revision>7</cp:revision>
  <dcterms:created xsi:type="dcterms:W3CDTF">2026-10-05T01:32:59Z</dcterms:created>
  <dcterms:modified xsi:type="dcterms:W3CDTF">2026-10-05T02:30:51Z</dcterms:modified>
</cp:coreProperties>
</file>