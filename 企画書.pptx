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1491108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1912840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785126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4264976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36222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551508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21748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3676108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4286202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315930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21230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8BAAB1-9E03-4253-A991-98CF19265507}" type="datetimeFigureOut">
              <a:rPr kumimoji="1" lang="ja-JP" altLang="en-US" smtClean="0"/>
              <a:t>2026/10/19</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828F71-C8A1-4B27-869C-020F50FB78C5}" type="slidenum">
              <a:rPr kumimoji="1" lang="ja-JP" altLang="en-US" smtClean="0"/>
              <a:t>‹#›</a:t>
            </a:fld>
            <a:endParaRPr kumimoji="1" lang="ja-JP" altLang="en-US"/>
          </a:p>
        </p:txBody>
      </p:sp>
    </p:spTree>
    <p:extLst>
      <p:ext uri="{BB962C8B-B14F-4D97-AF65-F5344CB8AC3E}">
        <p14:creationId xmlns:p14="http://schemas.microsoft.com/office/powerpoint/2010/main" val="739848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企画書</a:t>
            </a:r>
            <a:endParaRPr kumimoji="1" lang="ja-JP" altLang="en-US" dirty="0"/>
          </a:p>
        </p:txBody>
      </p:sp>
      <p:sp>
        <p:nvSpPr>
          <p:cNvPr id="3" name="サブタイトル 2"/>
          <p:cNvSpPr>
            <a:spLocks noGrp="1"/>
          </p:cNvSpPr>
          <p:nvPr>
            <p:ph type="subTitle" idx="1"/>
          </p:nvPr>
        </p:nvSpPr>
        <p:spPr/>
        <p:txBody>
          <a:bodyPr/>
          <a:lstStyle/>
          <a:p>
            <a:r>
              <a:rPr kumimoji="1" lang="en-US" altLang="ja-JP" dirty="0" smtClean="0"/>
              <a:t>3</a:t>
            </a:r>
            <a:r>
              <a:rPr kumimoji="1" lang="ja-JP" altLang="en-US" dirty="0" smtClean="0"/>
              <a:t>年　坂口　耕汰</a:t>
            </a:r>
            <a:endParaRPr kumimoji="1" lang="ja-JP" altLang="en-US" dirty="0"/>
          </a:p>
        </p:txBody>
      </p:sp>
    </p:spTree>
    <p:extLst>
      <p:ext uri="{BB962C8B-B14F-4D97-AF65-F5344CB8AC3E}">
        <p14:creationId xmlns:p14="http://schemas.microsoft.com/office/powerpoint/2010/main" val="27683466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94283" y="814111"/>
            <a:ext cx="11819261" cy="3970318"/>
          </a:xfrm>
          <a:prstGeom prst="rect">
            <a:avLst/>
          </a:prstGeom>
          <a:noFill/>
        </p:spPr>
        <p:txBody>
          <a:bodyPr wrap="none" rtlCol="0">
            <a:spAutoFit/>
          </a:bodyPr>
          <a:lstStyle/>
          <a:p>
            <a:r>
              <a:rPr kumimoji="1" lang="ja-JP" altLang="en-US" dirty="0" smtClean="0"/>
              <a:t>・ゲームジャンル：ギャンブル</a:t>
            </a:r>
            <a:r>
              <a:rPr kumimoji="1" lang="en-US" altLang="ja-JP" dirty="0" smtClean="0"/>
              <a:t>×</a:t>
            </a:r>
            <a:r>
              <a:rPr kumimoji="1" lang="ja-JP" altLang="en-US" dirty="0" smtClean="0"/>
              <a:t>ローグライクゲーム</a:t>
            </a:r>
            <a:endParaRPr kumimoji="1" lang="en-US" altLang="ja-JP" dirty="0" smtClean="0"/>
          </a:p>
          <a:p>
            <a:endParaRPr lang="en-US" altLang="ja-JP" dirty="0"/>
          </a:p>
          <a:p>
            <a:r>
              <a:rPr kumimoji="1" lang="ja-JP" altLang="en-US" dirty="0" smtClean="0"/>
              <a:t>・使用エンジン：</a:t>
            </a:r>
            <a:r>
              <a:rPr lang="en-US" altLang="ja-JP" dirty="0" smtClean="0"/>
              <a:t>Unreal Engine </a:t>
            </a:r>
            <a:r>
              <a:rPr lang="en-US" altLang="ja-JP" dirty="0" smtClean="0"/>
              <a:t>5.5.4</a:t>
            </a:r>
            <a:endParaRPr lang="en-US" altLang="ja-JP" dirty="0" smtClean="0"/>
          </a:p>
          <a:p>
            <a:endParaRPr lang="en-US" altLang="ja-JP" dirty="0"/>
          </a:p>
          <a:p>
            <a:r>
              <a:rPr lang="ja-JP" altLang="en-US" dirty="0" smtClean="0"/>
              <a:t>・一人プレイ</a:t>
            </a:r>
            <a:endParaRPr lang="en-US" altLang="ja-JP" dirty="0" smtClean="0"/>
          </a:p>
          <a:p>
            <a:endParaRPr kumimoji="1" lang="en-US" altLang="ja-JP" dirty="0"/>
          </a:p>
          <a:p>
            <a:r>
              <a:rPr lang="ja-JP" altLang="en-US" dirty="0" smtClean="0"/>
              <a:t>・プレイヤーは</a:t>
            </a:r>
            <a:r>
              <a:rPr lang="en-US" altLang="ja-JP" dirty="0" smtClean="0"/>
              <a:t>HP</a:t>
            </a:r>
            <a:r>
              <a:rPr lang="ja-JP" altLang="en-US" dirty="0" err="1" smtClean="0"/>
              <a:t>、</a:t>
            </a:r>
            <a:r>
              <a:rPr lang="ja-JP" altLang="en-US" dirty="0" smtClean="0"/>
              <a:t>コイン、サイコロを持ってゲームを開始し、マップを進みながら敵と戦闘したり、イベント</a:t>
            </a:r>
            <a:endParaRPr lang="en-US" altLang="ja-JP" dirty="0" smtClean="0"/>
          </a:p>
          <a:p>
            <a:r>
              <a:rPr lang="ja-JP" altLang="en-US" dirty="0" smtClean="0"/>
              <a:t>に挑戦します。</a:t>
            </a:r>
            <a:endParaRPr lang="en-US" altLang="ja-JP" dirty="0"/>
          </a:p>
          <a:p>
            <a:r>
              <a:rPr lang="ja-JP" altLang="en-US" dirty="0" smtClean="0"/>
              <a:t>戦闘時に攻撃か防御を選択し、サイコロを振って出た目を攻撃力、防御力として使用</a:t>
            </a:r>
            <a:r>
              <a:rPr lang="ja-JP" altLang="en-US" dirty="0"/>
              <a:t>します。</a:t>
            </a:r>
            <a:endParaRPr lang="en-US" altLang="ja-JP" dirty="0"/>
          </a:p>
          <a:p>
            <a:r>
              <a:rPr lang="ja-JP" altLang="en-US" dirty="0" smtClean="0"/>
              <a:t>さらに、コインを使うことで任意でもう一度サイコロを振ることができます。二回目の出目が一回目よりも</a:t>
            </a:r>
            <a:endParaRPr lang="en-US" altLang="ja-JP" dirty="0" smtClean="0"/>
          </a:p>
          <a:p>
            <a:r>
              <a:rPr lang="ja-JP" altLang="en-US" dirty="0" smtClean="0"/>
              <a:t>小さい場合は数値が</a:t>
            </a:r>
            <a:r>
              <a:rPr lang="en-US" altLang="ja-JP" dirty="0" smtClean="0"/>
              <a:t>0</a:t>
            </a:r>
            <a:r>
              <a:rPr lang="ja-JP" altLang="en-US" dirty="0" smtClean="0"/>
              <a:t>になり、大きい場合は</a:t>
            </a:r>
            <a:r>
              <a:rPr lang="en-US" altLang="ja-JP" dirty="0" smtClean="0"/>
              <a:t>+2</a:t>
            </a:r>
            <a:r>
              <a:rPr lang="ja-JP" altLang="en-US" dirty="0" err="1" smtClean="0"/>
              <a:t>、</a:t>
            </a:r>
            <a:r>
              <a:rPr lang="ja-JP" altLang="en-US" dirty="0" smtClean="0"/>
              <a:t>同じ場合は</a:t>
            </a:r>
            <a:r>
              <a:rPr lang="en-US" altLang="ja-JP" dirty="0" smtClean="0"/>
              <a:t>2</a:t>
            </a:r>
            <a:r>
              <a:rPr lang="ja-JP" altLang="en-US" dirty="0" smtClean="0"/>
              <a:t>倍に</a:t>
            </a:r>
            <a:r>
              <a:rPr lang="ja-JP" altLang="en-US" dirty="0"/>
              <a:t>なります。</a:t>
            </a:r>
            <a:endParaRPr lang="en-US" altLang="ja-JP" dirty="0" smtClean="0"/>
          </a:p>
          <a:p>
            <a:r>
              <a:rPr lang="ja-JP" altLang="en-US" dirty="0"/>
              <a:t>敵</a:t>
            </a:r>
            <a:r>
              <a:rPr lang="ja-JP" altLang="en-US" dirty="0" smtClean="0"/>
              <a:t>を倒すとコインまたは</a:t>
            </a:r>
            <a:r>
              <a:rPr lang="en-US" altLang="ja-JP" dirty="0" smtClean="0"/>
              <a:t>HP</a:t>
            </a:r>
            <a:r>
              <a:rPr lang="ja-JP" altLang="en-US" dirty="0" smtClean="0"/>
              <a:t>回復を選択して獲得でき、</a:t>
            </a:r>
            <a:endParaRPr lang="en-US" altLang="ja-JP" dirty="0" smtClean="0"/>
          </a:p>
          <a:p>
            <a:r>
              <a:rPr lang="ja-JP" altLang="en-US" dirty="0" smtClean="0"/>
              <a:t>マップ上の宝箱からサイコロを強化するアイテムを入手できます。</a:t>
            </a:r>
            <a:endParaRPr lang="en-US" altLang="ja-JP" dirty="0" smtClean="0"/>
          </a:p>
          <a:p>
            <a:r>
              <a:rPr lang="ja-JP" altLang="en-US" dirty="0"/>
              <a:t>運だけで</a:t>
            </a:r>
            <a:r>
              <a:rPr lang="ja-JP" altLang="en-US" dirty="0" smtClean="0"/>
              <a:t>なく、現在の状況を見て</a:t>
            </a:r>
            <a:r>
              <a:rPr lang="ja-JP" altLang="en-US" dirty="0"/>
              <a:t>判断</a:t>
            </a:r>
            <a:r>
              <a:rPr lang="ja-JP" altLang="en-US" dirty="0" smtClean="0"/>
              <a:t>することが重要となっています。</a:t>
            </a:r>
            <a:endParaRPr lang="en-US" altLang="ja-JP" dirty="0" smtClean="0"/>
          </a:p>
        </p:txBody>
      </p:sp>
      <p:sp>
        <p:nvSpPr>
          <p:cNvPr id="5" name="テキスト ボックス 4"/>
          <p:cNvSpPr txBox="1"/>
          <p:nvPr/>
        </p:nvSpPr>
        <p:spPr>
          <a:xfrm>
            <a:off x="394283" y="167780"/>
            <a:ext cx="2492990" cy="646331"/>
          </a:xfrm>
          <a:prstGeom prst="rect">
            <a:avLst/>
          </a:prstGeom>
          <a:noFill/>
        </p:spPr>
        <p:txBody>
          <a:bodyPr wrap="none" rtlCol="0">
            <a:spAutoFit/>
          </a:bodyPr>
          <a:lstStyle/>
          <a:p>
            <a:r>
              <a:rPr kumimoji="1" lang="ja-JP" altLang="en-US" sz="3600" dirty="0" smtClean="0">
                <a:solidFill>
                  <a:srgbClr val="FF0000"/>
                </a:solidFill>
              </a:rPr>
              <a:t>ゲーム概要</a:t>
            </a:r>
            <a:endParaRPr kumimoji="1" lang="ja-JP" altLang="en-US" sz="3600" dirty="0">
              <a:solidFill>
                <a:srgbClr val="FF0000"/>
              </a:solidFill>
            </a:endParaRPr>
          </a:p>
        </p:txBody>
      </p:sp>
      <p:sp>
        <p:nvSpPr>
          <p:cNvPr id="7" name="テキスト ボックス 6"/>
          <p:cNvSpPr txBox="1"/>
          <p:nvPr/>
        </p:nvSpPr>
        <p:spPr>
          <a:xfrm>
            <a:off x="394283" y="4874004"/>
            <a:ext cx="2492990" cy="646331"/>
          </a:xfrm>
          <a:prstGeom prst="rect">
            <a:avLst/>
          </a:prstGeom>
          <a:noFill/>
        </p:spPr>
        <p:txBody>
          <a:bodyPr wrap="none" rtlCol="0">
            <a:spAutoFit/>
          </a:bodyPr>
          <a:lstStyle/>
          <a:p>
            <a:r>
              <a:rPr kumimoji="1" lang="ja-JP" altLang="en-US" sz="3600" dirty="0" smtClean="0">
                <a:solidFill>
                  <a:srgbClr val="FF0000"/>
                </a:solidFill>
              </a:rPr>
              <a:t>コンセプト</a:t>
            </a:r>
            <a:endParaRPr kumimoji="1" lang="ja-JP" altLang="en-US" sz="3600" dirty="0">
              <a:solidFill>
                <a:srgbClr val="FF0000"/>
              </a:solidFill>
            </a:endParaRPr>
          </a:p>
        </p:txBody>
      </p:sp>
      <p:sp>
        <p:nvSpPr>
          <p:cNvPr id="8" name="テキスト ボックス 7"/>
          <p:cNvSpPr txBox="1"/>
          <p:nvPr/>
        </p:nvSpPr>
        <p:spPr>
          <a:xfrm>
            <a:off x="629174" y="5645791"/>
            <a:ext cx="11264622" cy="923330"/>
          </a:xfrm>
          <a:prstGeom prst="rect">
            <a:avLst/>
          </a:prstGeom>
          <a:noFill/>
        </p:spPr>
        <p:txBody>
          <a:bodyPr wrap="none" rtlCol="0">
            <a:spAutoFit/>
          </a:bodyPr>
          <a:lstStyle/>
          <a:p>
            <a:r>
              <a:rPr lang="ja-JP" altLang="en-US" dirty="0"/>
              <a:t>プレイヤーは、ランダムに生成されるマップを進みながら敵との戦闘やイベントに</a:t>
            </a:r>
            <a:r>
              <a:rPr lang="ja-JP" altLang="en-US" dirty="0" smtClean="0"/>
              <a:t>挑戦</a:t>
            </a:r>
            <a:r>
              <a:rPr lang="ja-JP" altLang="en-US" dirty="0"/>
              <a:t>します。</a:t>
            </a:r>
            <a:endParaRPr lang="en-US" altLang="ja-JP" dirty="0" smtClean="0"/>
          </a:p>
          <a:p>
            <a:r>
              <a:rPr lang="ja-JP" altLang="en-US" dirty="0" smtClean="0"/>
              <a:t>サイコロ</a:t>
            </a:r>
            <a:r>
              <a:rPr lang="ja-JP" altLang="en-US" dirty="0"/>
              <a:t>の強化やコインの管理を行い、戦闘を有利に進めながら最終地点にいるボスの撃破を</a:t>
            </a:r>
            <a:r>
              <a:rPr lang="ja-JP" altLang="en-US" dirty="0" smtClean="0"/>
              <a:t>目指します。</a:t>
            </a:r>
            <a:endParaRPr lang="en-US" altLang="ja-JP" dirty="0" smtClean="0"/>
          </a:p>
          <a:p>
            <a:r>
              <a:rPr lang="en-US" altLang="ja-JP" dirty="0" smtClean="0"/>
              <a:t>HP</a:t>
            </a:r>
            <a:r>
              <a:rPr lang="ja-JP" altLang="en-US" dirty="0"/>
              <a:t>が</a:t>
            </a:r>
            <a:r>
              <a:rPr lang="en-US" altLang="ja-JP" dirty="0"/>
              <a:t>0</a:t>
            </a:r>
            <a:r>
              <a:rPr lang="ja-JP" altLang="en-US" dirty="0"/>
              <a:t>になるとゲームオーバー</a:t>
            </a:r>
            <a:r>
              <a:rPr lang="ja-JP" altLang="en-US" dirty="0" smtClean="0"/>
              <a:t>と</a:t>
            </a:r>
            <a:r>
              <a:rPr lang="ja-JP" altLang="en-US" dirty="0"/>
              <a:t>なっています。</a:t>
            </a:r>
          </a:p>
        </p:txBody>
      </p:sp>
    </p:spTree>
    <p:extLst>
      <p:ext uri="{BB962C8B-B14F-4D97-AF65-F5344CB8AC3E}">
        <p14:creationId xmlns:p14="http://schemas.microsoft.com/office/powerpoint/2010/main" val="20097689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414621" y="473060"/>
            <a:ext cx="3416320" cy="646331"/>
          </a:xfrm>
          <a:prstGeom prst="rect">
            <a:avLst/>
          </a:prstGeom>
        </p:spPr>
        <p:txBody>
          <a:bodyPr wrap="none">
            <a:spAutoFit/>
          </a:bodyPr>
          <a:lstStyle/>
          <a:p>
            <a:r>
              <a:rPr lang="ja-JP" altLang="en-US" sz="3600" dirty="0">
                <a:solidFill>
                  <a:srgbClr val="FF0000"/>
                </a:solidFill>
              </a:rPr>
              <a:t>面白いポイント</a:t>
            </a:r>
          </a:p>
        </p:txBody>
      </p:sp>
      <p:sp>
        <p:nvSpPr>
          <p:cNvPr id="6" name="テキスト ボックス 5"/>
          <p:cNvSpPr txBox="1"/>
          <p:nvPr/>
        </p:nvSpPr>
        <p:spPr>
          <a:xfrm>
            <a:off x="414621" y="1119391"/>
            <a:ext cx="9844362" cy="369332"/>
          </a:xfrm>
          <a:prstGeom prst="rect">
            <a:avLst/>
          </a:prstGeom>
          <a:noFill/>
        </p:spPr>
        <p:txBody>
          <a:bodyPr wrap="none" rtlCol="0">
            <a:spAutoFit/>
          </a:bodyPr>
          <a:lstStyle/>
          <a:p>
            <a:r>
              <a:rPr lang="ja-JP" altLang="en-US" dirty="0" smtClean="0"/>
              <a:t>運に任せるだけではなく、サイコロの結果を見て賭けるか、やめるかを自分で決める緊張感</a:t>
            </a:r>
            <a:endParaRPr kumimoji="1" lang="ja-JP" altLang="en-US" dirty="0"/>
          </a:p>
        </p:txBody>
      </p:sp>
      <p:sp>
        <p:nvSpPr>
          <p:cNvPr id="7" name="テキスト ボックス 6"/>
          <p:cNvSpPr txBox="1"/>
          <p:nvPr/>
        </p:nvSpPr>
        <p:spPr>
          <a:xfrm>
            <a:off x="414621" y="1765722"/>
            <a:ext cx="3416320" cy="646331"/>
          </a:xfrm>
          <a:prstGeom prst="rect">
            <a:avLst/>
          </a:prstGeom>
          <a:noFill/>
        </p:spPr>
        <p:txBody>
          <a:bodyPr wrap="none" rtlCol="0">
            <a:spAutoFit/>
          </a:bodyPr>
          <a:lstStyle/>
          <a:p>
            <a:r>
              <a:rPr kumimoji="1" lang="ja-JP" altLang="en-US" sz="3600" dirty="0" smtClean="0">
                <a:solidFill>
                  <a:srgbClr val="FF0000"/>
                </a:solidFill>
              </a:rPr>
              <a:t>ゲームシステム</a:t>
            </a:r>
            <a:endParaRPr kumimoji="1" lang="en-US" altLang="ja-JP" sz="3600" dirty="0" smtClean="0">
              <a:solidFill>
                <a:srgbClr val="FF0000"/>
              </a:solidFill>
            </a:endParaRPr>
          </a:p>
        </p:txBody>
      </p:sp>
      <p:sp>
        <p:nvSpPr>
          <p:cNvPr id="9" name="正方形/長方形 8"/>
          <p:cNvSpPr/>
          <p:nvPr/>
        </p:nvSpPr>
        <p:spPr>
          <a:xfrm>
            <a:off x="503339" y="2667699"/>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戦闘開始</a:t>
            </a:r>
            <a:endParaRPr kumimoji="1" lang="ja-JP" altLang="en-US" dirty="0">
              <a:solidFill>
                <a:schemeClr val="tx1"/>
              </a:solidFill>
            </a:endParaRPr>
          </a:p>
        </p:txBody>
      </p:sp>
      <p:sp>
        <p:nvSpPr>
          <p:cNvPr id="10" name="右矢印 9"/>
          <p:cNvSpPr/>
          <p:nvPr/>
        </p:nvSpPr>
        <p:spPr>
          <a:xfrm>
            <a:off x="2759242" y="3048000"/>
            <a:ext cx="898358" cy="4010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3978442" y="2667699"/>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chemeClr val="tx1"/>
                </a:solidFill>
              </a:rPr>
              <a:t>攻撃</a:t>
            </a:r>
            <a:r>
              <a:rPr lang="en-US" altLang="ja-JP" dirty="0" smtClean="0">
                <a:solidFill>
                  <a:schemeClr val="tx1"/>
                </a:solidFill>
              </a:rPr>
              <a:t>/</a:t>
            </a:r>
            <a:r>
              <a:rPr lang="ja-JP" altLang="en-US" dirty="0" smtClean="0">
                <a:solidFill>
                  <a:schemeClr val="tx1"/>
                </a:solidFill>
              </a:rPr>
              <a:t>防御</a:t>
            </a:r>
            <a:endParaRPr kumimoji="1" lang="ja-JP" altLang="en-US" dirty="0">
              <a:solidFill>
                <a:schemeClr val="tx1"/>
              </a:solidFill>
            </a:endParaRPr>
          </a:p>
        </p:txBody>
      </p:sp>
      <p:sp>
        <p:nvSpPr>
          <p:cNvPr id="12" name="右矢印 11"/>
          <p:cNvSpPr/>
          <p:nvPr/>
        </p:nvSpPr>
        <p:spPr>
          <a:xfrm>
            <a:off x="6234345" y="3048000"/>
            <a:ext cx="898358" cy="4010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p:cNvSpPr/>
          <p:nvPr/>
        </p:nvSpPr>
        <p:spPr>
          <a:xfrm>
            <a:off x="7453545" y="2683741"/>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🎲一回目</a:t>
            </a:r>
            <a:endParaRPr kumimoji="1" lang="ja-JP" altLang="en-US" dirty="0">
              <a:solidFill>
                <a:schemeClr val="tx1"/>
              </a:solidFill>
            </a:endParaRPr>
          </a:p>
        </p:txBody>
      </p:sp>
      <p:sp>
        <p:nvSpPr>
          <p:cNvPr id="15" name="曲折矢印 14"/>
          <p:cNvSpPr/>
          <p:nvPr/>
        </p:nvSpPr>
        <p:spPr>
          <a:xfrm rot="10800000">
            <a:off x="9861940" y="5618666"/>
            <a:ext cx="794085" cy="765974"/>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正方形/長方形 15"/>
          <p:cNvSpPr/>
          <p:nvPr/>
        </p:nvSpPr>
        <p:spPr>
          <a:xfrm>
            <a:off x="9707460" y="4071383"/>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smtClean="0">
                <a:solidFill>
                  <a:schemeClr val="tx1"/>
                </a:solidFill>
              </a:rPr>
              <a:t>BET</a:t>
            </a:r>
            <a:r>
              <a:rPr kumimoji="1" lang="ja-JP" altLang="en-US" dirty="0" smtClean="0">
                <a:solidFill>
                  <a:schemeClr val="tx1"/>
                </a:solidFill>
              </a:rPr>
              <a:t>するか？</a:t>
            </a:r>
            <a:endParaRPr kumimoji="1" lang="ja-JP" altLang="en-US" dirty="0">
              <a:solidFill>
                <a:schemeClr val="tx1"/>
              </a:solidFill>
            </a:endParaRPr>
          </a:p>
        </p:txBody>
      </p:sp>
      <p:sp>
        <p:nvSpPr>
          <p:cNvPr id="17" name="曲折矢印 16"/>
          <p:cNvSpPr/>
          <p:nvPr/>
        </p:nvSpPr>
        <p:spPr>
          <a:xfrm rot="5400000">
            <a:off x="9966118" y="3021950"/>
            <a:ext cx="794085" cy="765974"/>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正方形/長方形 17"/>
          <p:cNvSpPr/>
          <p:nvPr/>
        </p:nvSpPr>
        <p:spPr>
          <a:xfrm>
            <a:off x="7493706" y="5618666"/>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chemeClr val="tx1"/>
                </a:solidFill>
              </a:rPr>
              <a:t>🎲二回目</a:t>
            </a:r>
            <a:endParaRPr kumimoji="1" lang="ja-JP" altLang="en-US" dirty="0">
              <a:solidFill>
                <a:schemeClr val="tx1"/>
              </a:solidFill>
            </a:endParaRPr>
          </a:p>
        </p:txBody>
      </p:sp>
      <p:sp>
        <p:nvSpPr>
          <p:cNvPr id="19" name="右矢印 18"/>
          <p:cNvSpPr/>
          <p:nvPr/>
        </p:nvSpPr>
        <p:spPr>
          <a:xfrm rot="10800000">
            <a:off x="5929583" y="5921110"/>
            <a:ext cx="898358" cy="4010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p:cNvSpPr/>
          <p:nvPr/>
        </p:nvSpPr>
        <p:spPr>
          <a:xfrm>
            <a:off x="3444648" y="5618665"/>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solidFill>
                  <a:schemeClr val="tx1"/>
                </a:solidFill>
              </a:rPr>
              <a:t>0/+2/*2</a:t>
            </a:r>
            <a:endParaRPr kumimoji="1" lang="ja-JP" altLang="en-US" dirty="0">
              <a:solidFill>
                <a:schemeClr val="tx1"/>
              </a:solidFill>
            </a:endParaRPr>
          </a:p>
        </p:txBody>
      </p:sp>
      <p:sp>
        <p:nvSpPr>
          <p:cNvPr id="21" name="右矢印 20"/>
          <p:cNvSpPr/>
          <p:nvPr/>
        </p:nvSpPr>
        <p:spPr>
          <a:xfrm rot="10800000">
            <a:off x="2487125" y="5921110"/>
            <a:ext cx="898358" cy="4010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p:nvSpPr>
        <p:spPr>
          <a:xfrm>
            <a:off x="2190" y="5618665"/>
            <a:ext cx="1935061" cy="10059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smtClean="0">
                <a:solidFill>
                  <a:schemeClr val="tx1"/>
                </a:solidFill>
              </a:rPr>
              <a:t>戦闘結果</a:t>
            </a:r>
            <a:endParaRPr kumimoji="1" lang="ja-JP" altLang="en-US" dirty="0">
              <a:solidFill>
                <a:schemeClr val="tx1"/>
              </a:solidFill>
            </a:endParaRPr>
          </a:p>
        </p:txBody>
      </p:sp>
    </p:spTree>
    <p:extLst>
      <p:ext uri="{BB962C8B-B14F-4D97-AF65-F5344CB8AC3E}">
        <p14:creationId xmlns:p14="http://schemas.microsoft.com/office/powerpoint/2010/main" val="32237940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577516" y="513347"/>
            <a:ext cx="4801314" cy="646331"/>
          </a:xfrm>
          <a:prstGeom prst="rect">
            <a:avLst/>
          </a:prstGeom>
          <a:noFill/>
        </p:spPr>
        <p:txBody>
          <a:bodyPr wrap="none" rtlCol="0">
            <a:spAutoFit/>
          </a:bodyPr>
          <a:lstStyle/>
          <a:p>
            <a:r>
              <a:rPr kumimoji="1" lang="ja-JP" altLang="en-US" sz="3600" dirty="0" smtClean="0">
                <a:solidFill>
                  <a:srgbClr val="FF0000"/>
                </a:solidFill>
              </a:rPr>
              <a:t>ゲームの大まかな流れ</a:t>
            </a:r>
            <a:endParaRPr kumimoji="1" lang="ja-JP" altLang="en-US" sz="3600" dirty="0">
              <a:solidFill>
                <a:srgbClr val="FF0000"/>
              </a:solidFill>
            </a:endParaRPr>
          </a:p>
        </p:txBody>
      </p:sp>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9641" y="1159678"/>
            <a:ext cx="7176837" cy="4784558"/>
          </a:xfrm>
          <a:prstGeom prst="rect">
            <a:avLst/>
          </a:prstGeom>
        </p:spPr>
      </p:pic>
      <p:sp>
        <p:nvSpPr>
          <p:cNvPr id="6" name="テキスト ボックス 5"/>
          <p:cNvSpPr txBox="1"/>
          <p:nvPr/>
        </p:nvSpPr>
        <p:spPr>
          <a:xfrm>
            <a:off x="2149641" y="6224337"/>
            <a:ext cx="2492990" cy="369332"/>
          </a:xfrm>
          <a:prstGeom prst="rect">
            <a:avLst/>
          </a:prstGeom>
          <a:noFill/>
        </p:spPr>
        <p:txBody>
          <a:bodyPr wrap="none" rtlCol="0">
            <a:spAutoFit/>
          </a:bodyPr>
          <a:lstStyle/>
          <a:p>
            <a:r>
              <a:rPr kumimoji="1" lang="ja-JP" altLang="en-US" dirty="0" smtClean="0"/>
              <a:t>基本的にマウスで操作</a:t>
            </a:r>
            <a:endParaRPr kumimoji="1" lang="ja-JP" altLang="en-US" dirty="0"/>
          </a:p>
        </p:txBody>
      </p:sp>
    </p:spTree>
    <p:extLst>
      <p:ext uri="{BB962C8B-B14F-4D97-AF65-F5344CB8AC3E}">
        <p14:creationId xmlns:p14="http://schemas.microsoft.com/office/powerpoint/2010/main" val="357921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281</Words>
  <Application>Microsoft Office PowerPoint</Application>
  <PresentationFormat>ワイド画面</PresentationFormat>
  <Paragraphs>33</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企画書</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企画書</dc:title>
  <dc:creator>GA3</dc:creator>
  <cp:lastModifiedBy>GA3</cp:lastModifiedBy>
  <cp:revision>10</cp:revision>
  <dcterms:created xsi:type="dcterms:W3CDTF">2026-10-05T01:32:59Z</dcterms:created>
  <dcterms:modified xsi:type="dcterms:W3CDTF">2026-10-19T03:20:46Z</dcterms:modified>
</cp:coreProperties>
</file>