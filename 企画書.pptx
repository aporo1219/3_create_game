
<file path=[Content_Types].xml><?xml version="1.0" encoding="utf-8"?>
<Types xmlns="http://schemas.openxmlformats.org/package/2006/content-types">
  <Default Extension="png" ContentType="image/png"/>
  <Default Extension="jpeg" ContentType="image/jpe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sldIdLst>
    <p:sldId id="256" r:id="rId2"/>
    <p:sldId id="257" r:id="rId3"/>
    <p:sldId id="258" r:id="rId4"/>
    <p:sldId id="259" r:id="rId5"/>
  </p:sldIdLst>
  <p:sldSz cx="12192000" cy="6858000"/>
  <p:notesSz cx="6858000" cy="9144000"/>
  <p:defaultTex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15987" autoAdjust="0"/>
    <p:restoredTop sz="94660"/>
  </p:normalViewPr>
  <p:slideViewPr>
    <p:cSldViewPr snapToGrid="0">
      <p:cViewPr varScale="1">
        <p:scale>
          <a:sx n="114" d="100"/>
          <a:sy n="114" d="100"/>
        </p:scale>
        <p:origin x="414" y="108"/>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theme" Target="theme/theme1.xml"/><Relationship Id="rId3" Type="http://schemas.openxmlformats.org/officeDocument/2006/relationships/slide" Target="slides/slide2.xml"/><Relationship Id="rId7" Type="http://schemas.openxmlformats.org/officeDocument/2006/relationships/viewProps" Target="viewProps.xml"/><Relationship Id="rId2" Type="http://schemas.openxmlformats.org/officeDocument/2006/relationships/slide" Target="slides/slide1.xml"/><Relationship Id="rId1" Type="http://schemas.openxmlformats.org/officeDocument/2006/relationships/slideMaster" Target="slideMasters/slideMaster1.xml"/><Relationship Id="rId6" Type="http://schemas.openxmlformats.org/officeDocument/2006/relationships/presProps" Target="presProps.xml"/><Relationship Id="rId5" Type="http://schemas.openxmlformats.org/officeDocument/2006/relationships/slide" Target="slides/slide4.xml"/><Relationship Id="rId4" Type="http://schemas.openxmlformats.org/officeDocument/2006/relationships/slide" Target="slides/slide3.xml"/><Relationship Id="rId9" Type="http://schemas.openxmlformats.org/officeDocument/2006/relationships/tableStyles" Target="tableStyles.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タイトル スライド">
    <p:spTree>
      <p:nvGrpSpPr>
        <p:cNvPr id="1" name=""/>
        <p:cNvGrpSpPr/>
        <p:nvPr/>
      </p:nvGrpSpPr>
      <p:grpSpPr>
        <a:xfrm>
          <a:off x="0" y="0"/>
          <a:ext cx="0" cy="0"/>
          <a:chOff x="0" y="0"/>
          <a:chExt cx="0" cy="0"/>
        </a:xfrm>
      </p:grpSpPr>
      <p:sp>
        <p:nvSpPr>
          <p:cNvPr id="2" name="タイトル 1"/>
          <p:cNvSpPr>
            <a:spLocks noGrp="1"/>
          </p:cNvSpPr>
          <p:nvPr>
            <p:ph type="ctrTitle"/>
          </p:nvPr>
        </p:nvSpPr>
        <p:spPr>
          <a:xfrm>
            <a:off x="1524000" y="1122363"/>
            <a:ext cx="9144000" cy="2387600"/>
          </a:xfrm>
        </p:spPr>
        <p:txBody>
          <a:bodyPr anchor="b"/>
          <a:lstStyle>
            <a:lvl1pPr algn="ctr">
              <a:defRPr sz="6000"/>
            </a:lvl1pPr>
          </a:lstStyle>
          <a:p>
            <a:r>
              <a:rPr kumimoji="1" lang="ja-JP" altLang="en-US" smtClean="0"/>
              <a:t>マスター タイトルの書式設定</a:t>
            </a:r>
            <a:endParaRPr kumimoji="1" lang="ja-JP" altLang="en-US"/>
          </a:p>
        </p:txBody>
      </p:sp>
      <p:sp>
        <p:nvSpPr>
          <p:cNvPr id="3" name="サブタイトル 2"/>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kumimoji="1" lang="ja-JP" altLang="en-US" smtClean="0"/>
              <a:t>マスター サブタイトルの書式設定</a:t>
            </a:r>
            <a:endParaRPr kumimoji="1" lang="ja-JP" altLang="en-US"/>
          </a:p>
        </p:txBody>
      </p:sp>
      <p:sp>
        <p:nvSpPr>
          <p:cNvPr id="4" name="日付プレースホルダー 3"/>
          <p:cNvSpPr>
            <a:spLocks noGrp="1"/>
          </p:cNvSpPr>
          <p:nvPr>
            <p:ph type="dt" sz="half" idx="10"/>
          </p:nvPr>
        </p:nvSpPr>
        <p:spPr/>
        <p:txBody>
          <a:bodyPr/>
          <a:lstStyle/>
          <a:p>
            <a:fld id="{788BAAB1-9E03-4253-A991-98CF19265507}" type="datetimeFigureOut">
              <a:rPr kumimoji="1" lang="ja-JP" altLang="en-US" smtClean="0"/>
              <a:t>2026/10/19</a:t>
            </a:fld>
            <a:endParaRPr kumimoji="1" lang="ja-JP" altLang="en-US"/>
          </a:p>
        </p:txBody>
      </p:sp>
      <p:sp>
        <p:nvSpPr>
          <p:cNvPr id="5" name="フッター プレースホルダー 4"/>
          <p:cNvSpPr>
            <a:spLocks noGrp="1"/>
          </p:cNvSpPr>
          <p:nvPr>
            <p:ph type="ftr" sz="quarter" idx="11"/>
          </p:nvPr>
        </p:nvSpPr>
        <p:spPr/>
        <p:txBody>
          <a:bodyPr/>
          <a:lstStyle/>
          <a:p>
            <a:endParaRPr kumimoji="1" lang="ja-JP" altLang="en-US"/>
          </a:p>
        </p:txBody>
      </p:sp>
      <p:sp>
        <p:nvSpPr>
          <p:cNvPr id="6" name="スライド番号プレースホルダー 5"/>
          <p:cNvSpPr>
            <a:spLocks noGrp="1"/>
          </p:cNvSpPr>
          <p:nvPr>
            <p:ph type="sldNum" sz="quarter" idx="12"/>
          </p:nvPr>
        </p:nvSpPr>
        <p:spPr/>
        <p:txBody>
          <a:bodyPr/>
          <a:lstStyle/>
          <a:p>
            <a:fld id="{4E828F71-C8A1-4B27-869C-020F50FB78C5}" type="slidenum">
              <a:rPr kumimoji="1" lang="ja-JP" altLang="en-US" smtClean="0"/>
              <a:t>‹#›</a:t>
            </a:fld>
            <a:endParaRPr kumimoji="1" lang="ja-JP" altLang="en-US"/>
          </a:p>
        </p:txBody>
      </p:sp>
    </p:spTree>
    <p:extLst>
      <p:ext uri="{BB962C8B-B14F-4D97-AF65-F5344CB8AC3E}">
        <p14:creationId xmlns:p14="http://schemas.microsoft.com/office/powerpoint/2010/main" val="149110850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タイトルとコンテンツ">
    <p:spTree>
      <p:nvGrpSpPr>
        <p:cNvPr id="1" name=""/>
        <p:cNvGrpSpPr/>
        <p:nvPr/>
      </p:nvGrpSpPr>
      <p:grpSpPr>
        <a:xfrm>
          <a:off x="0" y="0"/>
          <a:ext cx="0" cy="0"/>
          <a:chOff x="0" y="0"/>
          <a:chExt cx="0" cy="0"/>
        </a:xfrm>
      </p:grpSpPr>
      <p:sp>
        <p:nvSpPr>
          <p:cNvPr id="2" name="タイトル 1"/>
          <p:cNvSpPr>
            <a:spLocks noGrp="1"/>
          </p:cNvSpPr>
          <p:nvPr>
            <p:ph type="title"/>
          </p:nvPr>
        </p:nvSpPr>
        <p:spPr/>
        <p:txBody>
          <a:bodyPr/>
          <a:lstStyle/>
          <a:p>
            <a:r>
              <a:rPr kumimoji="1" lang="ja-JP" altLang="en-US" smtClean="0"/>
              <a:t>マスター タイトルの書式設定</a:t>
            </a:r>
            <a:endParaRPr kumimoji="1" lang="ja-JP" altLang="en-US"/>
          </a:p>
        </p:txBody>
      </p:sp>
      <p:sp>
        <p:nvSpPr>
          <p:cNvPr id="3" name="コンテンツ プレースホルダー 2"/>
          <p:cNvSpPr>
            <a:spLocks noGrp="1"/>
          </p:cNvSpPr>
          <p:nvPr>
            <p:ph idx="1"/>
          </p:nvPr>
        </p:nvSpPr>
        <p:spPr/>
        <p:txBody>
          <a:bodyPr/>
          <a:lstStyle/>
          <a:p>
            <a:pPr lvl="0"/>
            <a:r>
              <a:rPr kumimoji="1" lang="ja-JP" altLang="en-US" smtClean="0"/>
              <a:t>マスター テキストの書式設定</a:t>
            </a:r>
          </a:p>
          <a:p>
            <a:pPr lvl="1"/>
            <a:r>
              <a:rPr kumimoji="1" lang="ja-JP" altLang="en-US" smtClean="0"/>
              <a:t>第 </a:t>
            </a:r>
            <a:r>
              <a:rPr kumimoji="1" lang="en-US" altLang="ja-JP" smtClean="0"/>
              <a:t>2 </a:t>
            </a:r>
            <a:r>
              <a:rPr kumimoji="1" lang="ja-JP" altLang="en-US" smtClean="0"/>
              <a:t>レベル</a:t>
            </a:r>
          </a:p>
          <a:p>
            <a:pPr lvl="2"/>
            <a:r>
              <a:rPr kumimoji="1" lang="ja-JP" altLang="en-US" smtClean="0"/>
              <a:t>第 </a:t>
            </a:r>
            <a:r>
              <a:rPr kumimoji="1" lang="en-US" altLang="ja-JP" smtClean="0"/>
              <a:t>3 </a:t>
            </a:r>
            <a:r>
              <a:rPr kumimoji="1" lang="ja-JP" altLang="en-US" smtClean="0"/>
              <a:t>レベル</a:t>
            </a:r>
          </a:p>
          <a:p>
            <a:pPr lvl="3"/>
            <a:r>
              <a:rPr kumimoji="1" lang="ja-JP" altLang="en-US" smtClean="0"/>
              <a:t>第 </a:t>
            </a:r>
            <a:r>
              <a:rPr kumimoji="1" lang="en-US" altLang="ja-JP" smtClean="0"/>
              <a:t>4 </a:t>
            </a:r>
            <a:r>
              <a:rPr kumimoji="1" lang="ja-JP" altLang="en-US" smtClean="0"/>
              <a:t>レベル</a:t>
            </a:r>
          </a:p>
          <a:p>
            <a:pPr lvl="4"/>
            <a:r>
              <a:rPr kumimoji="1" lang="ja-JP" altLang="en-US" smtClean="0"/>
              <a:t>第 </a:t>
            </a:r>
            <a:r>
              <a:rPr kumimoji="1" lang="en-US" altLang="ja-JP" smtClean="0"/>
              <a:t>5 </a:t>
            </a:r>
            <a:r>
              <a:rPr kumimoji="1" lang="ja-JP" altLang="en-US" smtClean="0"/>
              <a:t>レベル</a:t>
            </a:r>
            <a:endParaRPr kumimoji="1" lang="ja-JP" altLang="en-US"/>
          </a:p>
        </p:txBody>
      </p:sp>
      <p:sp>
        <p:nvSpPr>
          <p:cNvPr id="4" name="日付プレースホルダー 3"/>
          <p:cNvSpPr>
            <a:spLocks noGrp="1"/>
          </p:cNvSpPr>
          <p:nvPr>
            <p:ph type="dt" sz="half" idx="10"/>
          </p:nvPr>
        </p:nvSpPr>
        <p:spPr/>
        <p:txBody>
          <a:bodyPr/>
          <a:lstStyle/>
          <a:p>
            <a:fld id="{788BAAB1-9E03-4253-A991-98CF19265507}" type="datetimeFigureOut">
              <a:rPr kumimoji="1" lang="ja-JP" altLang="en-US" smtClean="0"/>
              <a:t>2026/10/19</a:t>
            </a:fld>
            <a:endParaRPr kumimoji="1" lang="ja-JP" altLang="en-US"/>
          </a:p>
        </p:txBody>
      </p:sp>
      <p:sp>
        <p:nvSpPr>
          <p:cNvPr id="5" name="フッター プレースホルダー 4"/>
          <p:cNvSpPr>
            <a:spLocks noGrp="1"/>
          </p:cNvSpPr>
          <p:nvPr>
            <p:ph type="ftr" sz="quarter" idx="11"/>
          </p:nvPr>
        </p:nvSpPr>
        <p:spPr/>
        <p:txBody>
          <a:bodyPr/>
          <a:lstStyle/>
          <a:p>
            <a:endParaRPr kumimoji="1" lang="ja-JP" altLang="en-US"/>
          </a:p>
        </p:txBody>
      </p:sp>
      <p:sp>
        <p:nvSpPr>
          <p:cNvPr id="6" name="スライド番号プレースホルダー 5"/>
          <p:cNvSpPr>
            <a:spLocks noGrp="1"/>
          </p:cNvSpPr>
          <p:nvPr>
            <p:ph type="sldNum" sz="quarter" idx="12"/>
          </p:nvPr>
        </p:nvSpPr>
        <p:spPr/>
        <p:txBody>
          <a:bodyPr/>
          <a:lstStyle/>
          <a:p>
            <a:fld id="{4E828F71-C8A1-4B27-869C-020F50FB78C5}" type="slidenum">
              <a:rPr kumimoji="1" lang="ja-JP" altLang="en-US" smtClean="0"/>
              <a:t>‹#›</a:t>
            </a:fld>
            <a:endParaRPr kumimoji="1" lang="ja-JP" altLang="en-US"/>
          </a:p>
        </p:txBody>
      </p:sp>
    </p:spTree>
    <p:extLst>
      <p:ext uri="{BB962C8B-B14F-4D97-AF65-F5344CB8AC3E}">
        <p14:creationId xmlns:p14="http://schemas.microsoft.com/office/powerpoint/2010/main" val="1912840266"/>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セクション見出し">
    <p:spTree>
      <p:nvGrpSpPr>
        <p:cNvPr id="1" name=""/>
        <p:cNvGrpSpPr/>
        <p:nvPr/>
      </p:nvGrpSpPr>
      <p:grpSpPr>
        <a:xfrm>
          <a:off x="0" y="0"/>
          <a:ext cx="0" cy="0"/>
          <a:chOff x="0" y="0"/>
          <a:chExt cx="0" cy="0"/>
        </a:xfrm>
      </p:grpSpPr>
      <p:sp>
        <p:nvSpPr>
          <p:cNvPr id="2" name="タイトル 1"/>
          <p:cNvSpPr>
            <a:spLocks noGrp="1"/>
          </p:cNvSpPr>
          <p:nvPr>
            <p:ph type="title"/>
          </p:nvPr>
        </p:nvSpPr>
        <p:spPr>
          <a:xfrm>
            <a:off x="831850" y="1709738"/>
            <a:ext cx="10515600" cy="2852737"/>
          </a:xfrm>
        </p:spPr>
        <p:txBody>
          <a:bodyPr anchor="b"/>
          <a:lstStyle>
            <a:lvl1pPr>
              <a:defRPr sz="6000"/>
            </a:lvl1pPr>
          </a:lstStyle>
          <a:p>
            <a:r>
              <a:rPr kumimoji="1" lang="ja-JP" altLang="en-US" smtClean="0"/>
              <a:t>マスター タイトルの書式設定</a:t>
            </a:r>
            <a:endParaRPr kumimoji="1" lang="ja-JP" altLang="en-US"/>
          </a:p>
        </p:txBody>
      </p:sp>
      <p:sp>
        <p:nvSpPr>
          <p:cNvPr id="3" name="テキスト プレースホルダー 2"/>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kumimoji="1" lang="ja-JP" altLang="en-US" smtClean="0"/>
              <a:t>マスター テキストの書式設定</a:t>
            </a:r>
          </a:p>
        </p:txBody>
      </p:sp>
      <p:sp>
        <p:nvSpPr>
          <p:cNvPr id="4" name="日付プレースホルダー 3"/>
          <p:cNvSpPr>
            <a:spLocks noGrp="1"/>
          </p:cNvSpPr>
          <p:nvPr>
            <p:ph type="dt" sz="half" idx="10"/>
          </p:nvPr>
        </p:nvSpPr>
        <p:spPr/>
        <p:txBody>
          <a:bodyPr/>
          <a:lstStyle/>
          <a:p>
            <a:fld id="{788BAAB1-9E03-4253-A991-98CF19265507}" type="datetimeFigureOut">
              <a:rPr kumimoji="1" lang="ja-JP" altLang="en-US" smtClean="0"/>
              <a:t>2026/10/19</a:t>
            </a:fld>
            <a:endParaRPr kumimoji="1" lang="ja-JP" altLang="en-US"/>
          </a:p>
        </p:txBody>
      </p:sp>
      <p:sp>
        <p:nvSpPr>
          <p:cNvPr id="5" name="フッター プレースホルダー 4"/>
          <p:cNvSpPr>
            <a:spLocks noGrp="1"/>
          </p:cNvSpPr>
          <p:nvPr>
            <p:ph type="ftr" sz="quarter" idx="11"/>
          </p:nvPr>
        </p:nvSpPr>
        <p:spPr/>
        <p:txBody>
          <a:bodyPr/>
          <a:lstStyle/>
          <a:p>
            <a:endParaRPr kumimoji="1" lang="ja-JP" altLang="en-US"/>
          </a:p>
        </p:txBody>
      </p:sp>
      <p:sp>
        <p:nvSpPr>
          <p:cNvPr id="6" name="スライド番号プレースホルダー 5"/>
          <p:cNvSpPr>
            <a:spLocks noGrp="1"/>
          </p:cNvSpPr>
          <p:nvPr>
            <p:ph type="sldNum" sz="quarter" idx="12"/>
          </p:nvPr>
        </p:nvSpPr>
        <p:spPr/>
        <p:txBody>
          <a:bodyPr/>
          <a:lstStyle/>
          <a:p>
            <a:fld id="{4E828F71-C8A1-4B27-869C-020F50FB78C5}" type="slidenum">
              <a:rPr kumimoji="1" lang="ja-JP" altLang="en-US" smtClean="0"/>
              <a:t>‹#›</a:t>
            </a:fld>
            <a:endParaRPr kumimoji="1" lang="ja-JP" altLang="en-US"/>
          </a:p>
        </p:txBody>
      </p:sp>
    </p:spTree>
    <p:extLst>
      <p:ext uri="{BB962C8B-B14F-4D97-AF65-F5344CB8AC3E}">
        <p14:creationId xmlns:p14="http://schemas.microsoft.com/office/powerpoint/2010/main" val="78512685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2 つのコンテンツ">
    <p:spTree>
      <p:nvGrpSpPr>
        <p:cNvPr id="1" name=""/>
        <p:cNvGrpSpPr/>
        <p:nvPr/>
      </p:nvGrpSpPr>
      <p:grpSpPr>
        <a:xfrm>
          <a:off x="0" y="0"/>
          <a:ext cx="0" cy="0"/>
          <a:chOff x="0" y="0"/>
          <a:chExt cx="0" cy="0"/>
        </a:xfrm>
      </p:grpSpPr>
      <p:sp>
        <p:nvSpPr>
          <p:cNvPr id="2" name="タイトル 1"/>
          <p:cNvSpPr>
            <a:spLocks noGrp="1"/>
          </p:cNvSpPr>
          <p:nvPr>
            <p:ph type="title"/>
          </p:nvPr>
        </p:nvSpPr>
        <p:spPr/>
        <p:txBody>
          <a:bodyPr/>
          <a:lstStyle/>
          <a:p>
            <a:r>
              <a:rPr kumimoji="1" lang="ja-JP" altLang="en-US" smtClean="0"/>
              <a:t>マスター タイトルの書式設定</a:t>
            </a:r>
            <a:endParaRPr kumimoji="1" lang="ja-JP" altLang="en-US"/>
          </a:p>
        </p:txBody>
      </p:sp>
      <p:sp>
        <p:nvSpPr>
          <p:cNvPr id="3" name="コンテンツ プレースホルダー 2"/>
          <p:cNvSpPr>
            <a:spLocks noGrp="1"/>
          </p:cNvSpPr>
          <p:nvPr>
            <p:ph sz="half" idx="1"/>
          </p:nvPr>
        </p:nvSpPr>
        <p:spPr>
          <a:xfrm>
            <a:off x="838200" y="1825625"/>
            <a:ext cx="5181600" cy="4351338"/>
          </a:xfrm>
        </p:spPr>
        <p:txBody>
          <a:bodyPr/>
          <a:lstStyle/>
          <a:p>
            <a:pPr lvl="0"/>
            <a:r>
              <a:rPr kumimoji="1" lang="ja-JP" altLang="en-US" smtClean="0"/>
              <a:t>マスター テキストの書式設定</a:t>
            </a:r>
          </a:p>
          <a:p>
            <a:pPr lvl="1"/>
            <a:r>
              <a:rPr kumimoji="1" lang="ja-JP" altLang="en-US" smtClean="0"/>
              <a:t>第 </a:t>
            </a:r>
            <a:r>
              <a:rPr kumimoji="1" lang="en-US" altLang="ja-JP" smtClean="0"/>
              <a:t>2 </a:t>
            </a:r>
            <a:r>
              <a:rPr kumimoji="1" lang="ja-JP" altLang="en-US" smtClean="0"/>
              <a:t>レベル</a:t>
            </a:r>
          </a:p>
          <a:p>
            <a:pPr lvl="2"/>
            <a:r>
              <a:rPr kumimoji="1" lang="ja-JP" altLang="en-US" smtClean="0"/>
              <a:t>第 </a:t>
            </a:r>
            <a:r>
              <a:rPr kumimoji="1" lang="en-US" altLang="ja-JP" smtClean="0"/>
              <a:t>3 </a:t>
            </a:r>
            <a:r>
              <a:rPr kumimoji="1" lang="ja-JP" altLang="en-US" smtClean="0"/>
              <a:t>レベル</a:t>
            </a:r>
          </a:p>
          <a:p>
            <a:pPr lvl="3"/>
            <a:r>
              <a:rPr kumimoji="1" lang="ja-JP" altLang="en-US" smtClean="0"/>
              <a:t>第 </a:t>
            </a:r>
            <a:r>
              <a:rPr kumimoji="1" lang="en-US" altLang="ja-JP" smtClean="0"/>
              <a:t>4 </a:t>
            </a:r>
            <a:r>
              <a:rPr kumimoji="1" lang="ja-JP" altLang="en-US" smtClean="0"/>
              <a:t>レベル</a:t>
            </a:r>
          </a:p>
          <a:p>
            <a:pPr lvl="4"/>
            <a:r>
              <a:rPr kumimoji="1" lang="ja-JP" altLang="en-US" smtClean="0"/>
              <a:t>第 </a:t>
            </a:r>
            <a:r>
              <a:rPr kumimoji="1" lang="en-US" altLang="ja-JP" smtClean="0"/>
              <a:t>5 </a:t>
            </a:r>
            <a:r>
              <a:rPr kumimoji="1" lang="ja-JP" altLang="en-US" smtClean="0"/>
              <a:t>レベル</a:t>
            </a:r>
            <a:endParaRPr kumimoji="1" lang="ja-JP" altLang="en-US"/>
          </a:p>
        </p:txBody>
      </p:sp>
      <p:sp>
        <p:nvSpPr>
          <p:cNvPr id="4" name="コンテンツ プレースホルダー 3"/>
          <p:cNvSpPr>
            <a:spLocks noGrp="1"/>
          </p:cNvSpPr>
          <p:nvPr>
            <p:ph sz="half" idx="2"/>
          </p:nvPr>
        </p:nvSpPr>
        <p:spPr>
          <a:xfrm>
            <a:off x="6172200" y="1825625"/>
            <a:ext cx="5181600" cy="4351338"/>
          </a:xfrm>
        </p:spPr>
        <p:txBody>
          <a:bodyPr/>
          <a:lstStyle/>
          <a:p>
            <a:pPr lvl="0"/>
            <a:r>
              <a:rPr kumimoji="1" lang="ja-JP" altLang="en-US" smtClean="0"/>
              <a:t>マスター テキストの書式設定</a:t>
            </a:r>
          </a:p>
          <a:p>
            <a:pPr lvl="1"/>
            <a:r>
              <a:rPr kumimoji="1" lang="ja-JP" altLang="en-US" smtClean="0"/>
              <a:t>第 </a:t>
            </a:r>
            <a:r>
              <a:rPr kumimoji="1" lang="en-US" altLang="ja-JP" smtClean="0"/>
              <a:t>2 </a:t>
            </a:r>
            <a:r>
              <a:rPr kumimoji="1" lang="ja-JP" altLang="en-US" smtClean="0"/>
              <a:t>レベル</a:t>
            </a:r>
          </a:p>
          <a:p>
            <a:pPr lvl="2"/>
            <a:r>
              <a:rPr kumimoji="1" lang="ja-JP" altLang="en-US" smtClean="0"/>
              <a:t>第 </a:t>
            </a:r>
            <a:r>
              <a:rPr kumimoji="1" lang="en-US" altLang="ja-JP" smtClean="0"/>
              <a:t>3 </a:t>
            </a:r>
            <a:r>
              <a:rPr kumimoji="1" lang="ja-JP" altLang="en-US" smtClean="0"/>
              <a:t>レベル</a:t>
            </a:r>
          </a:p>
          <a:p>
            <a:pPr lvl="3"/>
            <a:r>
              <a:rPr kumimoji="1" lang="ja-JP" altLang="en-US" smtClean="0"/>
              <a:t>第 </a:t>
            </a:r>
            <a:r>
              <a:rPr kumimoji="1" lang="en-US" altLang="ja-JP" smtClean="0"/>
              <a:t>4 </a:t>
            </a:r>
            <a:r>
              <a:rPr kumimoji="1" lang="ja-JP" altLang="en-US" smtClean="0"/>
              <a:t>レベル</a:t>
            </a:r>
          </a:p>
          <a:p>
            <a:pPr lvl="4"/>
            <a:r>
              <a:rPr kumimoji="1" lang="ja-JP" altLang="en-US" smtClean="0"/>
              <a:t>第 </a:t>
            </a:r>
            <a:r>
              <a:rPr kumimoji="1" lang="en-US" altLang="ja-JP" smtClean="0"/>
              <a:t>5 </a:t>
            </a:r>
            <a:r>
              <a:rPr kumimoji="1" lang="ja-JP" altLang="en-US" smtClean="0"/>
              <a:t>レベル</a:t>
            </a:r>
            <a:endParaRPr kumimoji="1" lang="ja-JP" altLang="en-US"/>
          </a:p>
        </p:txBody>
      </p:sp>
      <p:sp>
        <p:nvSpPr>
          <p:cNvPr id="5" name="日付プレースホルダー 4"/>
          <p:cNvSpPr>
            <a:spLocks noGrp="1"/>
          </p:cNvSpPr>
          <p:nvPr>
            <p:ph type="dt" sz="half" idx="10"/>
          </p:nvPr>
        </p:nvSpPr>
        <p:spPr/>
        <p:txBody>
          <a:bodyPr/>
          <a:lstStyle/>
          <a:p>
            <a:fld id="{788BAAB1-9E03-4253-A991-98CF19265507}" type="datetimeFigureOut">
              <a:rPr kumimoji="1" lang="ja-JP" altLang="en-US" smtClean="0"/>
              <a:t>2026/10/19</a:t>
            </a:fld>
            <a:endParaRPr kumimoji="1" lang="ja-JP" altLang="en-US"/>
          </a:p>
        </p:txBody>
      </p:sp>
      <p:sp>
        <p:nvSpPr>
          <p:cNvPr id="6" name="フッター プレースホルダー 5"/>
          <p:cNvSpPr>
            <a:spLocks noGrp="1"/>
          </p:cNvSpPr>
          <p:nvPr>
            <p:ph type="ftr" sz="quarter" idx="11"/>
          </p:nvPr>
        </p:nvSpPr>
        <p:spPr/>
        <p:txBody>
          <a:bodyPr/>
          <a:lstStyle/>
          <a:p>
            <a:endParaRPr kumimoji="1" lang="ja-JP" altLang="en-US"/>
          </a:p>
        </p:txBody>
      </p:sp>
      <p:sp>
        <p:nvSpPr>
          <p:cNvPr id="7" name="スライド番号プレースホルダー 6"/>
          <p:cNvSpPr>
            <a:spLocks noGrp="1"/>
          </p:cNvSpPr>
          <p:nvPr>
            <p:ph type="sldNum" sz="quarter" idx="12"/>
          </p:nvPr>
        </p:nvSpPr>
        <p:spPr/>
        <p:txBody>
          <a:bodyPr/>
          <a:lstStyle/>
          <a:p>
            <a:fld id="{4E828F71-C8A1-4B27-869C-020F50FB78C5}" type="slidenum">
              <a:rPr kumimoji="1" lang="ja-JP" altLang="en-US" smtClean="0"/>
              <a:t>‹#›</a:t>
            </a:fld>
            <a:endParaRPr kumimoji="1" lang="ja-JP" altLang="en-US"/>
          </a:p>
        </p:txBody>
      </p:sp>
    </p:spTree>
    <p:extLst>
      <p:ext uri="{BB962C8B-B14F-4D97-AF65-F5344CB8AC3E}">
        <p14:creationId xmlns:p14="http://schemas.microsoft.com/office/powerpoint/2010/main" val="4264976200"/>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比較">
    <p:spTree>
      <p:nvGrpSpPr>
        <p:cNvPr id="1" name=""/>
        <p:cNvGrpSpPr/>
        <p:nvPr/>
      </p:nvGrpSpPr>
      <p:grpSpPr>
        <a:xfrm>
          <a:off x="0" y="0"/>
          <a:ext cx="0" cy="0"/>
          <a:chOff x="0" y="0"/>
          <a:chExt cx="0" cy="0"/>
        </a:xfrm>
      </p:grpSpPr>
      <p:sp>
        <p:nvSpPr>
          <p:cNvPr id="2" name="タイトル 1"/>
          <p:cNvSpPr>
            <a:spLocks noGrp="1"/>
          </p:cNvSpPr>
          <p:nvPr>
            <p:ph type="title"/>
          </p:nvPr>
        </p:nvSpPr>
        <p:spPr>
          <a:xfrm>
            <a:off x="839788" y="365125"/>
            <a:ext cx="10515600" cy="1325563"/>
          </a:xfrm>
        </p:spPr>
        <p:txBody>
          <a:bodyPr/>
          <a:lstStyle/>
          <a:p>
            <a:r>
              <a:rPr kumimoji="1" lang="ja-JP" altLang="en-US" smtClean="0"/>
              <a:t>マスター タイトルの書式設定</a:t>
            </a:r>
            <a:endParaRPr kumimoji="1" lang="ja-JP" altLang="en-US"/>
          </a:p>
        </p:txBody>
      </p:sp>
      <p:sp>
        <p:nvSpPr>
          <p:cNvPr id="3" name="テキスト プレースホルダー 2"/>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kumimoji="1" lang="ja-JP" altLang="en-US" smtClean="0"/>
              <a:t>マスター テキストの書式設定</a:t>
            </a:r>
          </a:p>
        </p:txBody>
      </p:sp>
      <p:sp>
        <p:nvSpPr>
          <p:cNvPr id="4" name="コンテンツ プレースホルダー 3"/>
          <p:cNvSpPr>
            <a:spLocks noGrp="1"/>
          </p:cNvSpPr>
          <p:nvPr>
            <p:ph sz="half" idx="2"/>
          </p:nvPr>
        </p:nvSpPr>
        <p:spPr>
          <a:xfrm>
            <a:off x="839788" y="2505075"/>
            <a:ext cx="5157787" cy="3684588"/>
          </a:xfrm>
        </p:spPr>
        <p:txBody>
          <a:bodyPr/>
          <a:lstStyle/>
          <a:p>
            <a:pPr lvl="0"/>
            <a:r>
              <a:rPr kumimoji="1" lang="ja-JP" altLang="en-US" smtClean="0"/>
              <a:t>マスター テキストの書式設定</a:t>
            </a:r>
          </a:p>
          <a:p>
            <a:pPr lvl="1"/>
            <a:r>
              <a:rPr kumimoji="1" lang="ja-JP" altLang="en-US" smtClean="0"/>
              <a:t>第 </a:t>
            </a:r>
            <a:r>
              <a:rPr kumimoji="1" lang="en-US" altLang="ja-JP" smtClean="0"/>
              <a:t>2 </a:t>
            </a:r>
            <a:r>
              <a:rPr kumimoji="1" lang="ja-JP" altLang="en-US" smtClean="0"/>
              <a:t>レベル</a:t>
            </a:r>
          </a:p>
          <a:p>
            <a:pPr lvl="2"/>
            <a:r>
              <a:rPr kumimoji="1" lang="ja-JP" altLang="en-US" smtClean="0"/>
              <a:t>第 </a:t>
            </a:r>
            <a:r>
              <a:rPr kumimoji="1" lang="en-US" altLang="ja-JP" smtClean="0"/>
              <a:t>3 </a:t>
            </a:r>
            <a:r>
              <a:rPr kumimoji="1" lang="ja-JP" altLang="en-US" smtClean="0"/>
              <a:t>レベル</a:t>
            </a:r>
          </a:p>
          <a:p>
            <a:pPr lvl="3"/>
            <a:r>
              <a:rPr kumimoji="1" lang="ja-JP" altLang="en-US" smtClean="0"/>
              <a:t>第 </a:t>
            </a:r>
            <a:r>
              <a:rPr kumimoji="1" lang="en-US" altLang="ja-JP" smtClean="0"/>
              <a:t>4 </a:t>
            </a:r>
            <a:r>
              <a:rPr kumimoji="1" lang="ja-JP" altLang="en-US" smtClean="0"/>
              <a:t>レベル</a:t>
            </a:r>
          </a:p>
          <a:p>
            <a:pPr lvl="4"/>
            <a:r>
              <a:rPr kumimoji="1" lang="ja-JP" altLang="en-US" smtClean="0"/>
              <a:t>第 </a:t>
            </a:r>
            <a:r>
              <a:rPr kumimoji="1" lang="en-US" altLang="ja-JP" smtClean="0"/>
              <a:t>5 </a:t>
            </a:r>
            <a:r>
              <a:rPr kumimoji="1" lang="ja-JP" altLang="en-US" smtClean="0"/>
              <a:t>レベル</a:t>
            </a:r>
            <a:endParaRPr kumimoji="1" lang="ja-JP" altLang="en-US"/>
          </a:p>
        </p:txBody>
      </p:sp>
      <p:sp>
        <p:nvSpPr>
          <p:cNvPr id="5" name="テキスト プレースホルダー 4"/>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kumimoji="1" lang="ja-JP" altLang="en-US" smtClean="0"/>
              <a:t>マスター テキストの書式設定</a:t>
            </a:r>
          </a:p>
        </p:txBody>
      </p:sp>
      <p:sp>
        <p:nvSpPr>
          <p:cNvPr id="6" name="コンテンツ プレースホルダー 5"/>
          <p:cNvSpPr>
            <a:spLocks noGrp="1"/>
          </p:cNvSpPr>
          <p:nvPr>
            <p:ph sz="quarter" idx="4"/>
          </p:nvPr>
        </p:nvSpPr>
        <p:spPr>
          <a:xfrm>
            <a:off x="6172200" y="2505075"/>
            <a:ext cx="5183188" cy="3684588"/>
          </a:xfrm>
        </p:spPr>
        <p:txBody>
          <a:bodyPr/>
          <a:lstStyle/>
          <a:p>
            <a:pPr lvl="0"/>
            <a:r>
              <a:rPr kumimoji="1" lang="ja-JP" altLang="en-US" smtClean="0"/>
              <a:t>マスター テキストの書式設定</a:t>
            </a:r>
          </a:p>
          <a:p>
            <a:pPr lvl="1"/>
            <a:r>
              <a:rPr kumimoji="1" lang="ja-JP" altLang="en-US" smtClean="0"/>
              <a:t>第 </a:t>
            </a:r>
            <a:r>
              <a:rPr kumimoji="1" lang="en-US" altLang="ja-JP" smtClean="0"/>
              <a:t>2 </a:t>
            </a:r>
            <a:r>
              <a:rPr kumimoji="1" lang="ja-JP" altLang="en-US" smtClean="0"/>
              <a:t>レベル</a:t>
            </a:r>
          </a:p>
          <a:p>
            <a:pPr lvl="2"/>
            <a:r>
              <a:rPr kumimoji="1" lang="ja-JP" altLang="en-US" smtClean="0"/>
              <a:t>第 </a:t>
            </a:r>
            <a:r>
              <a:rPr kumimoji="1" lang="en-US" altLang="ja-JP" smtClean="0"/>
              <a:t>3 </a:t>
            </a:r>
            <a:r>
              <a:rPr kumimoji="1" lang="ja-JP" altLang="en-US" smtClean="0"/>
              <a:t>レベル</a:t>
            </a:r>
          </a:p>
          <a:p>
            <a:pPr lvl="3"/>
            <a:r>
              <a:rPr kumimoji="1" lang="ja-JP" altLang="en-US" smtClean="0"/>
              <a:t>第 </a:t>
            </a:r>
            <a:r>
              <a:rPr kumimoji="1" lang="en-US" altLang="ja-JP" smtClean="0"/>
              <a:t>4 </a:t>
            </a:r>
            <a:r>
              <a:rPr kumimoji="1" lang="ja-JP" altLang="en-US" smtClean="0"/>
              <a:t>レベル</a:t>
            </a:r>
          </a:p>
          <a:p>
            <a:pPr lvl="4"/>
            <a:r>
              <a:rPr kumimoji="1" lang="ja-JP" altLang="en-US" smtClean="0"/>
              <a:t>第 </a:t>
            </a:r>
            <a:r>
              <a:rPr kumimoji="1" lang="en-US" altLang="ja-JP" smtClean="0"/>
              <a:t>5 </a:t>
            </a:r>
            <a:r>
              <a:rPr kumimoji="1" lang="ja-JP" altLang="en-US" smtClean="0"/>
              <a:t>レベル</a:t>
            </a:r>
            <a:endParaRPr kumimoji="1" lang="ja-JP" altLang="en-US"/>
          </a:p>
        </p:txBody>
      </p:sp>
      <p:sp>
        <p:nvSpPr>
          <p:cNvPr id="7" name="日付プレースホルダー 6"/>
          <p:cNvSpPr>
            <a:spLocks noGrp="1"/>
          </p:cNvSpPr>
          <p:nvPr>
            <p:ph type="dt" sz="half" idx="10"/>
          </p:nvPr>
        </p:nvSpPr>
        <p:spPr/>
        <p:txBody>
          <a:bodyPr/>
          <a:lstStyle/>
          <a:p>
            <a:fld id="{788BAAB1-9E03-4253-A991-98CF19265507}" type="datetimeFigureOut">
              <a:rPr kumimoji="1" lang="ja-JP" altLang="en-US" smtClean="0"/>
              <a:t>2026/10/19</a:t>
            </a:fld>
            <a:endParaRPr kumimoji="1" lang="ja-JP" altLang="en-US"/>
          </a:p>
        </p:txBody>
      </p:sp>
      <p:sp>
        <p:nvSpPr>
          <p:cNvPr id="8" name="フッター プレースホルダー 7"/>
          <p:cNvSpPr>
            <a:spLocks noGrp="1"/>
          </p:cNvSpPr>
          <p:nvPr>
            <p:ph type="ftr" sz="quarter" idx="11"/>
          </p:nvPr>
        </p:nvSpPr>
        <p:spPr/>
        <p:txBody>
          <a:bodyPr/>
          <a:lstStyle/>
          <a:p>
            <a:endParaRPr kumimoji="1" lang="ja-JP" altLang="en-US"/>
          </a:p>
        </p:txBody>
      </p:sp>
      <p:sp>
        <p:nvSpPr>
          <p:cNvPr id="9" name="スライド番号プレースホルダー 8"/>
          <p:cNvSpPr>
            <a:spLocks noGrp="1"/>
          </p:cNvSpPr>
          <p:nvPr>
            <p:ph type="sldNum" sz="quarter" idx="12"/>
          </p:nvPr>
        </p:nvSpPr>
        <p:spPr/>
        <p:txBody>
          <a:bodyPr/>
          <a:lstStyle/>
          <a:p>
            <a:fld id="{4E828F71-C8A1-4B27-869C-020F50FB78C5}" type="slidenum">
              <a:rPr kumimoji="1" lang="ja-JP" altLang="en-US" smtClean="0"/>
              <a:t>‹#›</a:t>
            </a:fld>
            <a:endParaRPr kumimoji="1" lang="ja-JP" altLang="en-US"/>
          </a:p>
        </p:txBody>
      </p:sp>
    </p:spTree>
    <p:extLst>
      <p:ext uri="{BB962C8B-B14F-4D97-AF65-F5344CB8AC3E}">
        <p14:creationId xmlns:p14="http://schemas.microsoft.com/office/powerpoint/2010/main" val="3622278105"/>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タイトルのみ">
    <p:spTree>
      <p:nvGrpSpPr>
        <p:cNvPr id="1" name=""/>
        <p:cNvGrpSpPr/>
        <p:nvPr/>
      </p:nvGrpSpPr>
      <p:grpSpPr>
        <a:xfrm>
          <a:off x="0" y="0"/>
          <a:ext cx="0" cy="0"/>
          <a:chOff x="0" y="0"/>
          <a:chExt cx="0" cy="0"/>
        </a:xfrm>
      </p:grpSpPr>
      <p:sp>
        <p:nvSpPr>
          <p:cNvPr id="2" name="タイトル 1"/>
          <p:cNvSpPr>
            <a:spLocks noGrp="1"/>
          </p:cNvSpPr>
          <p:nvPr>
            <p:ph type="title"/>
          </p:nvPr>
        </p:nvSpPr>
        <p:spPr/>
        <p:txBody>
          <a:bodyPr/>
          <a:lstStyle/>
          <a:p>
            <a:r>
              <a:rPr kumimoji="1" lang="ja-JP" altLang="en-US" smtClean="0"/>
              <a:t>マスター タイトルの書式設定</a:t>
            </a:r>
            <a:endParaRPr kumimoji="1" lang="ja-JP" altLang="en-US"/>
          </a:p>
        </p:txBody>
      </p:sp>
      <p:sp>
        <p:nvSpPr>
          <p:cNvPr id="3" name="日付プレースホルダー 2"/>
          <p:cNvSpPr>
            <a:spLocks noGrp="1"/>
          </p:cNvSpPr>
          <p:nvPr>
            <p:ph type="dt" sz="half" idx="10"/>
          </p:nvPr>
        </p:nvSpPr>
        <p:spPr/>
        <p:txBody>
          <a:bodyPr/>
          <a:lstStyle/>
          <a:p>
            <a:fld id="{788BAAB1-9E03-4253-A991-98CF19265507}" type="datetimeFigureOut">
              <a:rPr kumimoji="1" lang="ja-JP" altLang="en-US" smtClean="0"/>
              <a:t>2026/10/19</a:t>
            </a:fld>
            <a:endParaRPr kumimoji="1" lang="ja-JP" altLang="en-US"/>
          </a:p>
        </p:txBody>
      </p:sp>
      <p:sp>
        <p:nvSpPr>
          <p:cNvPr id="4" name="フッター プレースホルダー 3"/>
          <p:cNvSpPr>
            <a:spLocks noGrp="1"/>
          </p:cNvSpPr>
          <p:nvPr>
            <p:ph type="ftr" sz="quarter" idx="11"/>
          </p:nvPr>
        </p:nvSpPr>
        <p:spPr/>
        <p:txBody>
          <a:bodyPr/>
          <a:lstStyle/>
          <a:p>
            <a:endParaRPr kumimoji="1" lang="ja-JP" altLang="en-US"/>
          </a:p>
        </p:txBody>
      </p:sp>
      <p:sp>
        <p:nvSpPr>
          <p:cNvPr id="5" name="スライド番号プレースホルダー 4"/>
          <p:cNvSpPr>
            <a:spLocks noGrp="1"/>
          </p:cNvSpPr>
          <p:nvPr>
            <p:ph type="sldNum" sz="quarter" idx="12"/>
          </p:nvPr>
        </p:nvSpPr>
        <p:spPr/>
        <p:txBody>
          <a:bodyPr/>
          <a:lstStyle/>
          <a:p>
            <a:fld id="{4E828F71-C8A1-4B27-869C-020F50FB78C5}" type="slidenum">
              <a:rPr kumimoji="1" lang="ja-JP" altLang="en-US" smtClean="0"/>
              <a:t>‹#›</a:t>
            </a:fld>
            <a:endParaRPr kumimoji="1" lang="ja-JP" altLang="en-US"/>
          </a:p>
        </p:txBody>
      </p:sp>
    </p:spTree>
    <p:extLst>
      <p:ext uri="{BB962C8B-B14F-4D97-AF65-F5344CB8AC3E}">
        <p14:creationId xmlns:p14="http://schemas.microsoft.com/office/powerpoint/2010/main" val="551508690"/>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白紙">
    <p:spTree>
      <p:nvGrpSpPr>
        <p:cNvPr id="1" name=""/>
        <p:cNvGrpSpPr/>
        <p:nvPr/>
      </p:nvGrpSpPr>
      <p:grpSpPr>
        <a:xfrm>
          <a:off x="0" y="0"/>
          <a:ext cx="0" cy="0"/>
          <a:chOff x="0" y="0"/>
          <a:chExt cx="0" cy="0"/>
        </a:xfrm>
      </p:grpSpPr>
      <p:sp>
        <p:nvSpPr>
          <p:cNvPr id="2" name="日付プレースホルダー 1"/>
          <p:cNvSpPr>
            <a:spLocks noGrp="1"/>
          </p:cNvSpPr>
          <p:nvPr>
            <p:ph type="dt" sz="half" idx="10"/>
          </p:nvPr>
        </p:nvSpPr>
        <p:spPr/>
        <p:txBody>
          <a:bodyPr/>
          <a:lstStyle/>
          <a:p>
            <a:fld id="{788BAAB1-9E03-4253-A991-98CF19265507}" type="datetimeFigureOut">
              <a:rPr kumimoji="1" lang="ja-JP" altLang="en-US" smtClean="0"/>
              <a:t>2026/10/19</a:t>
            </a:fld>
            <a:endParaRPr kumimoji="1" lang="ja-JP" altLang="en-US"/>
          </a:p>
        </p:txBody>
      </p:sp>
      <p:sp>
        <p:nvSpPr>
          <p:cNvPr id="3" name="フッター プレースホルダー 2"/>
          <p:cNvSpPr>
            <a:spLocks noGrp="1"/>
          </p:cNvSpPr>
          <p:nvPr>
            <p:ph type="ftr" sz="quarter" idx="11"/>
          </p:nvPr>
        </p:nvSpPr>
        <p:spPr/>
        <p:txBody>
          <a:bodyPr/>
          <a:lstStyle/>
          <a:p>
            <a:endParaRPr kumimoji="1" lang="ja-JP" altLang="en-US"/>
          </a:p>
        </p:txBody>
      </p:sp>
      <p:sp>
        <p:nvSpPr>
          <p:cNvPr id="4" name="スライド番号プレースホルダー 3"/>
          <p:cNvSpPr>
            <a:spLocks noGrp="1"/>
          </p:cNvSpPr>
          <p:nvPr>
            <p:ph type="sldNum" sz="quarter" idx="12"/>
          </p:nvPr>
        </p:nvSpPr>
        <p:spPr/>
        <p:txBody>
          <a:bodyPr/>
          <a:lstStyle/>
          <a:p>
            <a:fld id="{4E828F71-C8A1-4B27-869C-020F50FB78C5}" type="slidenum">
              <a:rPr kumimoji="1" lang="ja-JP" altLang="en-US" smtClean="0"/>
              <a:t>‹#›</a:t>
            </a:fld>
            <a:endParaRPr kumimoji="1" lang="ja-JP" altLang="en-US"/>
          </a:p>
        </p:txBody>
      </p:sp>
    </p:spTree>
    <p:extLst>
      <p:ext uri="{BB962C8B-B14F-4D97-AF65-F5344CB8AC3E}">
        <p14:creationId xmlns:p14="http://schemas.microsoft.com/office/powerpoint/2010/main" val="21748450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タイトル付きの&#10;コンテンツ">
    <p:spTree>
      <p:nvGrpSpPr>
        <p:cNvPr id="1" name=""/>
        <p:cNvGrpSpPr/>
        <p:nvPr/>
      </p:nvGrpSpPr>
      <p:grpSpPr>
        <a:xfrm>
          <a:off x="0" y="0"/>
          <a:ext cx="0" cy="0"/>
          <a:chOff x="0" y="0"/>
          <a:chExt cx="0" cy="0"/>
        </a:xfrm>
      </p:grpSpPr>
      <p:sp>
        <p:nvSpPr>
          <p:cNvPr id="2" name="タイトル 1"/>
          <p:cNvSpPr>
            <a:spLocks noGrp="1"/>
          </p:cNvSpPr>
          <p:nvPr>
            <p:ph type="title"/>
          </p:nvPr>
        </p:nvSpPr>
        <p:spPr>
          <a:xfrm>
            <a:off x="839788" y="457200"/>
            <a:ext cx="3932237" cy="1600200"/>
          </a:xfrm>
        </p:spPr>
        <p:txBody>
          <a:bodyPr anchor="b"/>
          <a:lstStyle>
            <a:lvl1pPr>
              <a:defRPr sz="3200"/>
            </a:lvl1pPr>
          </a:lstStyle>
          <a:p>
            <a:r>
              <a:rPr kumimoji="1" lang="ja-JP" altLang="en-US" smtClean="0"/>
              <a:t>マスター タイトルの書式設定</a:t>
            </a:r>
            <a:endParaRPr kumimoji="1" lang="ja-JP" altLang="en-US"/>
          </a:p>
        </p:txBody>
      </p:sp>
      <p:sp>
        <p:nvSpPr>
          <p:cNvPr id="3" name="コンテンツ プレースホルダー 2"/>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kumimoji="1" lang="ja-JP" altLang="en-US" smtClean="0"/>
              <a:t>マスター テキストの書式設定</a:t>
            </a:r>
          </a:p>
          <a:p>
            <a:pPr lvl="1"/>
            <a:r>
              <a:rPr kumimoji="1" lang="ja-JP" altLang="en-US" smtClean="0"/>
              <a:t>第 </a:t>
            </a:r>
            <a:r>
              <a:rPr kumimoji="1" lang="en-US" altLang="ja-JP" smtClean="0"/>
              <a:t>2 </a:t>
            </a:r>
            <a:r>
              <a:rPr kumimoji="1" lang="ja-JP" altLang="en-US" smtClean="0"/>
              <a:t>レベル</a:t>
            </a:r>
          </a:p>
          <a:p>
            <a:pPr lvl="2"/>
            <a:r>
              <a:rPr kumimoji="1" lang="ja-JP" altLang="en-US" smtClean="0"/>
              <a:t>第 </a:t>
            </a:r>
            <a:r>
              <a:rPr kumimoji="1" lang="en-US" altLang="ja-JP" smtClean="0"/>
              <a:t>3 </a:t>
            </a:r>
            <a:r>
              <a:rPr kumimoji="1" lang="ja-JP" altLang="en-US" smtClean="0"/>
              <a:t>レベル</a:t>
            </a:r>
          </a:p>
          <a:p>
            <a:pPr lvl="3"/>
            <a:r>
              <a:rPr kumimoji="1" lang="ja-JP" altLang="en-US" smtClean="0"/>
              <a:t>第 </a:t>
            </a:r>
            <a:r>
              <a:rPr kumimoji="1" lang="en-US" altLang="ja-JP" smtClean="0"/>
              <a:t>4 </a:t>
            </a:r>
            <a:r>
              <a:rPr kumimoji="1" lang="ja-JP" altLang="en-US" smtClean="0"/>
              <a:t>レベル</a:t>
            </a:r>
          </a:p>
          <a:p>
            <a:pPr lvl="4"/>
            <a:r>
              <a:rPr kumimoji="1" lang="ja-JP" altLang="en-US" smtClean="0"/>
              <a:t>第 </a:t>
            </a:r>
            <a:r>
              <a:rPr kumimoji="1" lang="en-US" altLang="ja-JP" smtClean="0"/>
              <a:t>5 </a:t>
            </a:r>
            <a:r>
              <a:rPr kumimoji="1" lang="ja-JP" altLang="en-US" smtClean="0"/>
              <a:t>レベル</a:t>
            </a:r>
            <a:endParaRPr kumimoji="1" lang="ja-JP" altLang="en-US"/>
          </a:p>
        </p:txBody>
      </p:sp>
      <p:sp>
        <p:nvSpPr>
          <p:cNvPr id="4" name="テキスト プレースホルダー 3"/>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kumimoji="1" lang="ja-JP" altLang="en-US" smtClean="0"/>
              <a:t>マスター テキストの書式設定</a:t>
            </a:r>
          </a:p>
        </p:txBody>
      </p:sp>
      <p:sp>
        <p:nvSpPr>
          <p:cNvPr id="5" name="日付プレースホルダー 4"/>
          <p:cNvSpPr>
            <a:spLocks noGrp="1"/>
          </p:cNvSpPr>
          <p:nvPr>
            <p:ph type="dt" sz="half" idx="10"/>
          </p:nvPr>
        </p:nvSpPr>
        <p:spPr/>
        <p:txBody>
          <a:bodyPr/>
          <a:lstStyle/>
          <a:p>
            <a:fld id="{788BAAB1-9E03-4253-A991-98CF19265507}" type="datetimeFigureOut">
              <a:rPr kumimoji="1" lang="ja-JP" altLang="en-US" smtClean="0"/>
              <a:t>2026/10/19</a:t>
            </a:fld>
            <a:endParaRPr kumimoji="1" lang="ja-JP" altLang="en-US"/>
          </a:p>
        </p:txBody>
      </p:sp>
      <p:sp>
        <p:nvSpPr>
          <p:cNvPr id="6" name="フッター プレースホルダー 5"/>
          <p:cNvSpPr>
            <a:spLocks noGrp="1"/>
          </p:cNvSpPr>
          <p:nvPr>
            <p:ph type="ftr" sz="quarter" idx="11"/>
          </p:nvPr>
        </p:nvSpPr>
        <p:spPr/>
        <p:txBody>
          <a:bodyPr/>
          <a:lstStyle/>
          <a:p>
            <a:endParaRPr kumimoji="1" lang="ja-JP" altLang="en-US"/>
          </a:p>
        </p:txBody>
      </p:sp>
      <p:sp>
        <p:nvSpPr>
          <p:cNvPr id="7" name="スライド番号プレースホルダー 6"/>
          <p:cNvSpPr>
            <a:spLocks noGrp="1"/>
          </p:cNvSpPr>
          <p:nvPr>
            <p:ph type="sldNum" sz="quarter" idx="12"/>
          </p:nvPr>
        </p:nvSpPr>
        <p:spPr/>
        <p:txBody>
          <a:bodyPr/>
          <a:lstStyle/>
          <a:p>
            <a:fld id="{4E828F71-C8A1-4B27-869C-020F50FB78C5}" type="slidenum">
              <a:rPr kumimoji="1" lang="ja-JP" altLang="en-US" smtClean="0"/>
              <a:t>‹#›</a:t>
            </a:fld>
            <a:endParaRPr kumimoji="1" lang="ja-JP" altLang="en-US"/>
          </a:p>
        </p:txBody>
      </p:sp>
    </p:spTree>
    <p:extLst>
      <p:ext uri="{BB962C8B-B14F-4D97-AF65-F5344CB8AC3E}">
        <p14:creationId xmlns:p14="http://schemas.microsoft.com/office/powerpoint/2010/main" val="3676108681"/>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タイトル付きの図">
    <p:spTree>
      <p:nvGrpSpPr>
        <p:cNvPr id="1" name=""/>
        <p:cNvGrpSpPr/>
        <p:nvPr/>
      </p:nvGrpSpPr>
      <p:grpSpPr>
        <a:xfrm>
          <a:off x="0" y="0"/>
          <a:ext cx="0" cy="0"/>
          <a:chOff x="0" y="0"/>
          <a:chExt cx="0" cy="0"/>
        </a:xfrm>
      </p:grpSpPr>
      <p:sp>
        <p:nvSpPr>
          <p:cNvPr id="2" name="タイトル 1"/>
          <p:cNvSpPr>
            <a:spLocks noGrp="1"/>
          </p:cNvSpPr>
          <p:nvPr>
            <p:ph type="title"/>
          </p:nvPr>
        </p:nvSpPr>
        <p:spPr>
          <a:xfrm>
            <a:off x="839788" y="457200"/>
            <a:ext cx="3932237" cy="1600200"/>
          </a:xfrm>
        </p:spPr>
        <p:txBody>
          <a:bodyPr anchor="b"/>
          <a:lstStyle>
            <a:lvl1pPr>
              <a:defRPr sz="3200"/>
            </a:lvl1pPr>
          </a:lstStyle>
          <a:p>
            <a:r>
              <a:rPr kumimoji="1" lang="ja-JP" altLang="en-US" smtClean="0"/>
              <a:t>マスター タイトルの書式設定</a:t>
            </a:r>
            <a:endParaRPr kumimoji="1" lang="ja-JP" altLang="en-US"/>
          </a:p>
        </p:txBody>
      </p:sp>
      <p:sp>
        <p:nvSpPr>
          <p:cNvPr id="3" name="図プレースホルダー 2"/>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kumimoji="1" lang="ja-JP" altLang="en-US"/>
          </a:p>
        </p:txBody>
      </p:sp>
      <p:sp>
        <p:nvSpPr>
          <p:cNvPr id="4" name="テキスト プレースホルダー 3"/>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kumimoji="1" lang="ja-JP" altLang="en-US" smtClean="0"/>
              <a:t>マスター テキストの書式設定</a:t>
            </a:r>
          </a:p>
        </p:txBody>
      </p:sp>
      <p:sp>
        <p:nvSpPr>
          <p:cNvPr id="5" name="日付プレースホルダー 4"/>
          <p:cNvSpPr>
            <a:spLocks noGrp="1"/>
          </p:cNvSpPr>
          <p:nvPr>
            <p:ph type="dt" sz="half" idx="10"/>
          </p:nvPr>
        </p:nvSpPr>
        <p:spPr/>
        <p:txBody>
          <a:bodyPr/>
          <a:lstStyle/>
          <a:p>
            <a:fld id="{788BAAB1-9E03-4253-A991-98CF19265507}" type="datetimeFigureOut">
              <a:rPr kumimoji="1" lang="ja-JP" altLang="en-US" smtClean="0"/>
              <a:t>2026/10/19</a:t>
            </a:fld>
            <a:endParaRPr kumimoji="1" lang="ja-JP" altLang="en-US"/>
          </a:p>
        </p:txBody>
      </p:sp>
      <p:sp>
        <p:nvSpPr>
          <p:cNvPr id="6" name="フッター プレースホルダー 5"/>
          <p:cNvSpPr>
            <a:spLocks noGrp="1"/>
          </p:cNvSpPr>
          <p:nvPr>
            <p:ph type="ftr" sz="quarter" idx="11"/>
          </p:nvPr>
        </p:nvSpPr>
        <p:spPr/>
        <p:txBody>
          <a:bodyPr/>
          <a:lstStyle/>
          <a:p>
            <a:endParaRPr kumimoji="1" lang="ja-JP" altLang="en-US"/>
          </a:p>
        </p:txBody>
      </p:sp>
      <p:sp>
        <p:nvSpPr>
          <p:cNvPr id="7" name="スライド番号プレースホルダー 6"/>
          <p:cNvSpPr>
            <a:spLocks noGrp="1"/>
          </p:cNvSpPr>
          <p:nvPr>
            <p:ph type="sldNum" sz="quarter" idx="12"/>
          </p:nvPr>
        </p:nvSpPr>
        <p:spPr/>
        <p:txBody>
          <a:bodyPr/>
          <a:lstStyle/>
          <a:p>
            <a:fld id="{4E828F71-C8A1-4B27-869C-020F50FB78C5}" type="slidenum">
              <a:rPr kumimoji="1" lang="ja-JP" altLang="en-US" smtClean="0"/>
              <a:t>‹#›</a:t>
            </a:fld>
            <a:endParaRPr kumimoji="1" lang="ja-JP" altLang="en-US"/>
          </a:p>
        </p:txBody>
      </p:sp>
    </p:spTree>
    <p:extLst>
      <p:ext uri="{BB962C8B-B14F-4D97-AF65-F5344CB8AC3E}">
        <p14:creationId xmlns:p14="http://schemas.microsoft.com/office/powerpoint/2010/main" val="4286202544"/>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タイトルと&#10;縦書きテキスト">
    <p:spTree>
      <p:nvGrpSpPr>
        <p:cNvPr id="1" name=""/>
        <p:cNvGrpSpPr/>
        <p:nvPr/>
      </p:nvGrpSpPr>
      <p:grpSpPr>
        <a:xfrm>
          <a:off x="0" y="0"/>
          <a:ext cx="0" cy="0"/>
          <a:chOff x="0" y="0"/>
          <a:chExt cx="0" cy="0"/>
        </a:xfrm>
      </p:grpSpPr>
      <p:sp>
        <p:nvSpPr>
          <p:cNvPr id="2" name="タイトル 1"/>
          <p:cNvSpPr>
            <a:spLocks noGrp="1"/>
          </p:cNvSpPr>
          <p:nvPr>
            <p:ph type="title"/>
          </p:nvPr>
        </p:nvSpPr>
        <p:spPr/>
        <p:txBody>
          <a:bodyPr/>
          <a:lstStyle/>
          <a:p>
            <a:r>
              <a:rPr kumimoji="1" lang="ja-JP" altLang="en-US" smtClean="0"/>
              <a:t>マスター タイトルの書式設定</a:t>
            </a:r>
            <a:endParaRPr kumimoji="1" lang="ja-JP" altLang="en-US"/>
          </a:p>
        </p:txBody>
      </p:sp>
      <p:sp>
        <p:nvSpPr>
          <p:cNvPr id="3" name="縦書きテキスト プレースホルダー 2"/>
          <p:cNvSpPr>
            <a:spLocks noGrp="1"/>
          </p:cNvSpPr>
          <p:nvPr>
            <p:ph type="body" orient="vert" idx="1"/>
          </p:nvPr>
        </p:nvSpPr>
        <p:spPr/>
        <p:txBody>
          <a:bodyPr vert="eaVert"/>
          <a:lstStyle/>
          <a:p>
            <a:pPr lvl="0"/>
            <a:r>
              <a:rPr kumimoji="1" lang="ja-JP" altLang="en-US" smtClean="0"/>
              <a:t>マスター テキストの書式設定</a:t>
            </a:r>
          </a:p>
          <a:p>
            <a:pPr lvl="1"/>
            <a:r>
              <a:rPr kumimoji="1" lang="ja-JP" altLang="en-US" smtClean="0"/>
              <a:t>第 </a:t>
            </a:r>
            <a:r>
              <a:rPr kumimoji="1" lang="en-US" altLang="ja-JP" smtClean="0"/>
              <a:t>2 </a:t>
            </a:r>
            <a:r>
              <a:rPr kumimoji="1" lang="ja-JP" altLang="en-US" smtClean="0"/>
              <a:t>レベル</a:t>
            </a:r>
          </a:p>
          <a:p>
            <a:pPr lvl="2"/>
            <a:r>
              <a:rPr kumimoji="1" lang="ja-JP" altLang="en-US" smtClean="0"/>
              <a:t>第 </a:t>
            </a:r>
            <a:r>
              <a:rPr kumimoji="1" lang="en-US" altLang="ja-JP" smtClean="0"/>
              <a:t>3 </a:t>
            </a:r>
            <a:r>
              <a:rPr kumimoji="1" lang="ja-JP" altLang="en-US" smtClean="0"/>
              <a:t>レベル</a:t>
            </a:r>
          </a:p>
          <a:p>
            <a:pPr lvl="3"/>
            <a:r>
              <a:rPr kumimoji="1" lang="ja-JP" altLang="en-US" smtClean="0"/>
              <a:t>第 </a:t>
            </a:r>
            <a:r>
              <a:rPr kumimoji="1" lang="en-US" altLang="ja-JP" smtClean="0"/>
              <a:t>4 </a:t>
            </a:r>
            <a:r>
              <a:rPr kumimoji="1" lang="ja-JP" altLang="en-US" smtClean="0"/>
              <a:t>レベル</a:t>
            </a:r>
          </a:p>
          <a:p>
            <a:pPr lvl="4"/>
            <a:r>
              <a:rPr kumimoji="1" lang="ja-JP" altLang="en-US" smtClean="0"/>
              <a:t>第 </a:t>
            </a:r>
            <a:r>
              <a:rPr kumimoji="1" lang="en-US" altLang="ja-JP" smtClean="0"/>
              <a:t>5 </a:t>
            </a:r>
            <a:r>
              <a:rPr kumimoji="1" lang="ja-JP" altLang="en-US" smtClean="0"/>
              <a:t>レベル</a:t>
            </a:r>
            <a:endParaRPr kumimoji="1" lang="ja-JP" altLang="en-US"/>
          </a:p>
        </p:txBody>
      </p:sp>
      <p:sp>
        <p:nvSpPr>
          <p:cNvPr id="4" name="日付プレースホルダー 3"/>
          <p:cNvSpPr>
            <a:spLocks noGrp="1"/>
          </p:cNvSpPr>
          <p:nvPr>
            <p:ph type="dt" sz="half" idx="10"/>
          </p:nvPr>
        </p:nvSpPr>
        <p:spPr/>
        <p:txBody>
          <a:bodyPr/>
          <a:lstStyle/>
          <a:p>
            <a:fld id="{788BAAB1-9E03-4253-A991-98CF19265507}" type="datetimeFigureOut">
              <a:rPr kumimoji="1" lang="ja-JP" altLang="en-US" smtClean="0"/>
              <a:t>2026/10/19</a:t>
            </a:fld>
            <a:endParaRPr kumimoji="1" lang="ja-JP" altLang="en-US"/>
          </a:p>
        </p:txBody>
      </p:sp>
      <p:sp>
        <p:nvSpPr>
          <p:cNvPr id="5" name="フッター プレースホルダー 4"/>
          <p:cNvSpPr>
            <a:spLocks noGrp="1"/>
          </p:cNvSpPr>
          <p:nvPr>
            <p:ph type="ftr" sz="quarter" idx="11"/>
          </p:nvPr>
        </p:nvSpPr>
        <p:spPr/>
        <p:txBody>
          <a:bodyPr/>
          <a:lstStyle/>
          <a:p>
            <a:endParaRPr kumimoji="1" lang="ja-JP" altLang="en-US"/>
          </a:p>
        </p:txBody>
      </p:sp>
      <p:sp>
        <p:nvSpPr>
          <p:cNvPr id="6" name="スライド番号プレースホルダー 5"/>
          <p:cNvSpPr>
            <a:spLocks noGrp="1"/>
          </p:cNvSpPr>
          <p:nvPr>
            <p:ph type="sldNum" sz="quarter" idx="12"/>
          </p:nvPr>
        </p:nvSpPr>
        <p:spPr/>
        <p:txBody>
          <a:bodyPr/>
          <a:lstStyle/>
          <a:p>
            <a:fld id="{4E828F71-C8A1-4B27-869C-020F50FB78C5}" type="slidenum">
              <a:rPr kumimoji="1" lang="ja-JP" altLang="en-US" smtClean="0"/>
              <a:t>‹#›</a:t>
            </a:fld>
            <a:endParaRPr kumimoji="1" lang="ja-JP" altLang="en-US"/>
          </a:p>
        </p:txBody>
      </p:sp>
    </p:spTree>
    <p:extLst>
      <p:ext uri="{BB962C8B-B14F-4D97-AF65-F5344CB8AC3E}">
        <p14:creationId xmlns:p14="http://schemas.microsoft.com/office/powerpoint/2010/main" val="31593075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縦書きタイトルと&#10;縦書きテキスト">
    <p:spTree>
      <p:nvGrpSpPr>
        <p:cNvPr id="1" name=""/>
        <p:cNvGrpSpPr/>
        <p:nvPr/>
      </p:nvGrpSpPr>
      <p:grpSpPr>
        <a:xfrm>
          <a:off x="0" y="0"/>
          <a:ext cx="0" cy="0"/>
          <a:chOff x="0" y="0"/>
          <a:chExt cx="0" cy="0"/>
        </a:xfrm>
      </p:grpSpPr>
      <p:sp>
        <p:nvSpPr>
          <p:cNvPr id="2" name="縦書きタイトル 1"/>
          <p:cNvSpPr>
            <a:spLocks noGrp="1"/>
          </p:cNvSpPr>
          <p:nvPr>
            <p:ph type="title" orient="vert"/>
          </p:nvPr>
        </p:nvSpPr>
        <p:spPr>
          <a:xfrm>
            <a:off x="8724900" y="365125"/>
            <a:ext cx="2628900" cy="5811838"/>
          </a:xfrm>
        </p:spPr>
        <p:txBody>
          <a:bodyPr vert="eaVert"/>
          <a:lstStyle/>
          <a:p>
            <a:r>
              <a:rPr kumimoji="1" lang="ja-JP" altLang="en-US" smtClean="0"/>
              <a:t>マスター タイトルの書式設定</a:t>
            </a:r>
            <a:endParaRPr kumimoji="1" lang="ja-JP" altLang="en-US"/>
          </a:p>
        </p:txBody>
      </p:sp>
      <p:sp>
        <p:nvSpPr>
          <p:cNvPr id="3" name="縦書きテキスト プレースホルダー 2"/>
          <p:cNvSpPr>
            <a:spLocks noGrp="1"/>
          </p:cNvSpPr>
          <p:nvPr>
            <p:ph type="body" orient="vert" idx="1"/>
          </p:nvPr>
        </p:nvSpPr>
        <p:spPr>
          <a:xfrm>
            <a:off x="838200" y="365125"/>
            <a:ext cx="7734300" cy="5811838"/>
          </a:xfrm>
        </p:spPr>
        <p:txBody>
          <a:bodyPr vert="eaVert"/>
          <a:lstStyle/>
          <a:p>
            <a:pPr lvl="0"/>
            <a:r>
              <a:rPr kumimoji="1" lang="ja-JP" altLang="en-US" smtClean="0"/>
              <a:t>マスター テキストの書式設定</a:t>
            </a:r>
          </a:p>
          <a:p>
            <a:pPr lvl="1"/>
            <a:r>
              <a:rPr kumimoji="1" lang="ja-JP" altLang="en-US" smtClean="0"/>
              <a:t>第 </a:t>
            </a:r>
            <a:r>
              <a:rPr kumimoji="1" lang="en-US" altLang="ja-JP" smtClean="0"/>
              <a:t>2 </a:t>
            </a:r>
            <a:r>
              <a:rPr kumimoji="1" lang="ja-JP" altLang="en-US" smtClean="0"/>
              <a:t>レベル</a:t>
            </a:r>
          </a:p>
          <a:p>
            <a:pPr lvl="2"/>
            <a:r>
              <a:rPr kumimoji="1" lang="ja-JP" altLang="en-US" smtClean="0"/>
              <a:t>第 </a:t>
            </a:r>
            <a:r>
              <a:rPr kumimoji="1" lang="en-US" altLang="ja-JP" smtClean="0"/>
              <a:t>3 </a:t>
            </a:r>
            <a:r>
              <a:rPr kumimoji="1" lang="ja-JP" altLang="en-US" smtClean="0"/>
              <a:t>レベル</a:t>
            </a:r>
          </a:p>
          <a:p>
            <a:pPr lvl="3"/>
            <a:r>
              <a:rPr kumimoji="1" lang="ja-JP" altLang="en-US" smtClean="0"/>
              <a:t>第 </a:t>
            </a:r>
            <a:r>
              <a:rPr kumimoji="1" lang="en-US" altLang="ja-JP" smtClean="0"/>
              <a:t>4 </a:t>
            </a:r>
            <a:r>
              <a:rPr kumimoji="1" lang="ja-JP" altLang="en-US" smtClean="0"/>
              <a:t>レベル</a:t>
            </a:r>
          </a:p>
          <a:p>
            <a:pPr lvl="4"/>
            <a:r>
              <a:rPr kumimoji="1" lang="ja-JP" altLang="en-US" smtClean="0"/>
              <a:t>第 </a:t>
            </a:r>
            <a:r>
              <a:rPr kumimoji="1" lang="en-US" altLang="ja-JP" smtClean="0"/>
              <a:t>5 </a:t>
            </a:r>
            <a:r>
              <a:rPr kumimoji="1" lang="ja-JP" altLang="en-US" smtClean="0"/>
              <a:t>レベル</a:t>
            </a:r>
            <a:endParaRPr kumimoji="1" lang="ja-JP" altLang="en-US"/>
          </a:p>
        </p:txBody>
      </p:sp>
      <p:sp>
        <p:nvSpPr>
          <p:cNvPr id="4" name="日付プレースホルダー 3"/>
          <p:cNvSpPr>
            <a:spLocks noGrp="1"/>
          </p:cNvSpPr>
          <p:nvPr>
            <p:ph type="dt" sz="half" idx="10"/>
          </p:nvPr>
        </p:nvSpPr>
        <p:spPr/>
        <p:txBody>
          <a:bodyPr/>
          <a:lstStyle/>
          <a:p>
            <a:fld id="{788BAAB1-9E03-4253-A991-98CF19265507}" type="datetimeFigureOut">
              <a:rPr kumimoji="1" lang="ja-JP" altLang="en-US" smtClean="0"/>
              <a:t>2026/10/19</a:t>
            </a:fld>
            <a:endParaRPr kumimoji="1" lang="ja-JP" altLang="en-US"/>
          </a:p>
        </p:txBody>
      </p:sp>
      <p:sp>
        <p:nvSpPr>
          <p:cNvPr id="5" name="フッター プレースホルダー 4"/>
          <p:cNvSpPr>
            <a:spLocks noGrp="1"/>
          </p:cNvSpPr>
          <p:nvPr>
            <p:ph type="ftr" sz="quarter" idx="11"/>
          </p:nvPr>
        </p:nvSpPr>
        <p:spPr/>
        <p:txBody>
          <a:bodyPr/>
          <a:lstStyle/>
          <a:p>
            <a:endParaRPr kumimoji="1" lang="ja-JP" altLang="en-US"/>
          </a:p>
        </p:txBody>
      </p:sp>
      <p:sp>
        <p:nvSpPr>
          <p:cNvPr id="6" name="スライド番号プレースホルダー 5"/>
          <p:cNvSpPr>
            <a:spLocks noGrp="1"/>
          </p:cNvSpPr>
          <p:nvPr>
            <p:ph type="sldNum" sz="quarter" idx="12"/>
          </p:nvPr>
        </p:nvSpPr>
        <p:spPr/>
        <p:txBody>
          <a:bodyPr/>
          <a:lstStyle/>
          <a:p>
            <a:fld id="{4E828F71-C8A1-4B27-869C-020F50FB78C5}" type="slidenum">
              <a:rPr kumimoji="1" lang="ja-JP" altLang="en-US" smtClean="0"/>
              <a:t>‹#›</a:t>
            </a:fld>
            <a:endParaRPr kumimoji="1" lang="ja-JP" altLang="en-US"/>
          </a:p>
        </p:txBody>
      </p:sp>
    </p:spTree>
    <p:extLst>
      <p:ext uri="{BB962C8B-B14F-4D97-AF65-F5344CB8AC3E}">
        <p14:creationId xmlns:p14="http://schemas.microsoft.com/office/powerpoint/2010/main" val="212309358"/>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タイトル プレースホルダー 1"/>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kumimoji="1" lang="ja-JP" altLang="en-US" smtClean="0"/>
              <a:t>マスター タイトルの書式設定</a:t>
            </a:r>
            <a:endParaRPr kumimoji="1" lang="ja-JP" altLang="en-US"/>
          </a:p>
        </p:txBody>
      </p:sp>
      <p:sp>
        <p:nvSpPr>
          <p:cNvPr id="3" name="テキスト プレースホルダー 2"/>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kumimoji="1" lang="ja-JP" altLang="en-US" smtClean="0"/>
              <a:t>マスター テキストの書式設定</a:t>
            </a:r>
          </a:p>
          <a:p>
            <a:pPr lvl="1"/>
            <a:r>
              <a:rPr kumimoji="1" lang="ja-JP" altLang="en-US" smtClean="0"/>
              <a:t>第 </a:t>
            </a:r>
            <a:r>
              <a:rPr kumimoji="1" lang="en-US" altLang="ja-JP" smtClean="0"/>
              <a:t>2 </a:t>
            </a:r>
            <a:r>
              <a:rPr kumimoji="1" lang="ja-JP" altLang="en-US" smtClean="0"/>
              <a:t>レベル</a:t>
            </a:r>
          </a:p>
          <a:p>
            <a:pPr lvl="2"/>
            <a:r>
              <a:rPr kumimoji="1" lang="ja-JP" altLang="en-US" smtClean="0"/>
              <a:t>第 </a:t>
            </a:r>
            <a:r>
              <a:rPr kumimoji="1" lang="en-US" altLang="ja-JP" smtClean="0"/>
              <a:t>3 </a:t>
            </a:r>
            <a:r>
              <a:rPr kumimoji="1" lang="ja-JP" altLang="en-US" smtClean="0"/>
              <a:t>レベル</a:t>
            </a:r>
          </a:p>
          <a:p>
            <a:pPr lvl="3"/>
            <a:r>
              <a:rPr kumimoji="1" lang="ja-JP" altLang="en-US" smtClean="0"/>
              <a:t>第 </a:t>
            </a:r>
            <a:r>
              <a:rPr kumimoji="1" lang="en-US" altLang="ja-JP" smtClean="0"/>
              <a:t>4 </a:t>
            </a:r>
            <a:r>
              <a:rPr kumimoji="1" lang="ja-JP" altLang="en-US" smtClean="0"/>
              <a:t>レベル</a:t>
            </a:r>
          </a:p>
          <a:p>
            <a:pPr lvl="4"/>
            <a:r>
              <a:rPr kumimoji="1" lang="ja-JP" altLang="en-US" smtClean="0"/>
              <a:t>第 </a:t>
            </a:r>
            <a:r>
              <a:rPr kumimoji="1" lang="en-US" altLang="ja-JP" smtClean="0"/>
              <a:t>5 </a:t>
            </a:r>
            <a:r>
              <a:rPr kumimoji="1" lang="ja-JP" altLang="en-US" smtClean="0"/>
              <a:t>レベル</a:t>
            </a:r>
            <a:endParaRPr kumimoji="1" lang="ja-JP" altLang="en-US"/>
          </a:p>
        </p:txBody>
      </p:sp>
      <p:sp>
        <p:nvSpPr>
          <p:cNvPr id="4" name="日付プレースホルダー 3"/>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788BAAB1-9E03-4253-A991-98CF19265507}" type="datetimeFigureOut">
              <a:rPr kumimoji="1" lang="ja-JP" altLang="en-US" smtClean="0"/>
              <a:t>2026/10/19</a:t>
            </a:fld>
            <a:endParaRPr kumimoji="1" lang="ja-JP" altLang="en-US"/>
          </a:p>
        </p:txBody>
      </p:sp>
      <p:sp>
        <p:nvSpPr>
          <p:cNvPr id="5" name="フッター プレースホルダー 4"/>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kumimoji="1" lang="ja-JP" altLang="en-US"/>
          </a:p>
        </p:txBody>
      </p:sp>
      <p:sp>
        <p:nvSpPr>
          <p:cNvPr id="6" name="スライド番号プレースホルダー 5"/>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4E828F71-C8A1-4B27-869C-020F50FB78C5}" type="slidenum">
              <a:rPr kumimoji="1" lang="ja-JP" altLang="en-US" smtClean="0"/>
              <a:t>‹#›</a:t>
            </a:fld>
            <a:endParaRPr kumimoji="1" lang="ja-JP" altLang="en-US"/>
          </a:p>
        </p:txBody>
      </p:sp>
    </p:spTree>
    <p:extLst>
      <p:ext uri="{BB962C8B-B14F-4D97-AF65-F5344CB8AC3E}">
        <p14:creationId xmlns:p14="http://schemas.microsoft.com/office/powerpoint/2010/main" val="739848805"/>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kumimoji="1"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kumimoji="1"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kumimoji="1"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kumimoji="1"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9pPr>
    </p:bodyStyle>
    <p:other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p:cNvSpPr>
            <a:spLocks noGrp="1"/>
          </p:cNvSpPr>
          <p:nvPr>
            <p:ph type="ctrTitle"/>
          </p:nvPr>
        </p:nvSpPr>
        <p:spPr/>
        <p:txBody>
          <a:bodyPr/>
          <a:lstStyle/>
          <a:p>
            <a:r>
              <a:rPr lang="ja-JP" altLang="en-US" dirty="0"/>
              <a:t>企画書</a:t>
            </a:r>
            <a:endParaRPr kumimoji="1" lang="ja-JP" altLang="en-US" dirty="0"/>
          </a:p>
        </p:txBody>
      </p:sp>
      <p:sp>
        <p:nvSpPr>
          <p:cNvPr id="3" name="サブタイトル 2"/>
          <p:cNvSpPr>
            <a:spLocks noGrp="1"/>
          </p:cNvSpPr>
          <p:nvPr>
            <p:ph type="subTitle" idx="1"/>
          </p:nvPr>
        </p:nvSpPr>
        <p:spPr/>
        <p:txBody>
          <a:bodyPr/>
          <a:lstStyle/>
          <a:p>
            <a:r>
              <a:rPr kumimoji="1" lang="en-US" altLang="ja-JP" dirty="0" smtClean="0"/>
              <a:t>3</a:t>
            </a:r>
            <a:r>
              <a:rPr kumimoji="1" lang="ja-JP" altLang="en-US" dirty="0" smtClean="0"/>
              <a:t>年　坂口　耕汰</a:t>
            </a:r>
            <a:endParaRPr kumimoji="1" lang="ja-JP" altLang="en-US" dirty="0"/>
          </a:p>
        </p:txBody>
      </p:sp>
    </p:spTree>
    <p:extLst>
      <p:ext uri="{BB962C8B-B14F-4D97-AF65-F5344CB8AC3E}">
        <p14:creationId xmlns:p14="http://schemas.microsoft.com/office/powerpoint/2010/main" val="2768346605"/>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テキスト ボックス 3"/>
          <p:cNvSpPr txBox="1"/>
          <p:nvPr/>
        </p:nvSpPr>
        <p:spPr>
          <a:xfrm>
            <a:off x="394283" y="814111"/>
            <a:ext cx="11819261" cy="3970318"/>
          </a:xfrm>
          <a:prstGeom prst="rect">
            <a:avLst/>
          </a:prstGeom>
          <a:noFill/>
        </p:spPr>
        <p:txBody>
          <a:bodyPr wrap="none" rtlCol="0">
            <a:spAutoFit/>
          </a:bodyPr>
          <a:lstStyle/>
          <a:p>
            <a:r>
              <a:rPr kumimoji="1" lang="ja-JP" altLang="en-US" dirty="0" smtClean="0"/>
              <a:t>・ゲームジャンル：ギャンブル</a:t>
            </a:r>
            <a:r>
              <a:rPr kumimoji="1" lang="en-US" altLang="ja-JP" dirty="0" smtClean="0"/>
              <a:t>×</a:t>
            </a:r>
            <a:r>
              <a:rPr kumimoji="1" lang="ja-JP" altLang="en-US" dirty="0" smtClean="0"/>
              <a:t>ローグライクゲーム</a:t>
            </a:r>
            <a:endParaRPr kumimoji="1" lang="en-US" altLang="ja-JP" dirty="0" smtClean="0"/>
          </a:p>
          <a:p>
            <a:endParaRPr lang="en-US" altLang="ja-JP" dirty="0"/>
          </a:p>
          <a:p>
            <a:r>
              <a:rPr kumimoji="1" lang="ja-JP" altLang="en-US" dirty="0" smtClean="0"/>
              <a:t>・使用エンジン：</a:t>
            </a:r>
            <a:r>
              <a:rPr lang="en-US" altLang="ja-JP" dirty="0" smtClean="0"/>
              <a:t>Unreal </a:t>
            </a:r>
            <a:r>
              <a:rPr lang="en-US" altLang="ja-JP" dirty="0" smtClean="0"/>
              <a:t>Engine </a:t>
            </a:r>
            <a:r>
              <a:rPr lang="en-US" altLang="ja-JP" dirty="0" smtClean="0"/>
              <a:t>5.5</a:t>
            </a:r>
          </a:p>
          <a:p>
            <a:endParaRPr lang="en-US" altLang="ja-JP" dirty="0"/>
          </a:p>
          <a:p>
            <a:r>
              <a:rPr lang="ja-JP" altLang="en-US" dirty="0" smtClean="0"/>
              <a:t>・一人プレイ</a:t>
            </a:r>
            <a:endParaRPr lang="en-US" altLang="ja-JP" dirty="0" smtClean="0"/>
          </a:p>
          <a:p>
            <a:endParaRPr kumimoji="1" lang="en-US" altLang="ja-JP" dirty="0"/>
          </a:p>
          <a:p>
            <a:r>
              <a:rPr lang="ja-JP" altLang="en-US" dirty="0" smtClean="0"/>
              <a:t>・プレイヤーは</a:t>
            </a:r>
            <a:r>
              <a:rPr lang="en-US" altLang="ja-JP" dirty="0" smtClean="0"/>
              <a:t>HP</a:t>
            </a:r>
            <a:r>
              <a:rPr lang="ja-JP" altLang="en-US" dirty="0" err="1" smtClean="0"/>
              <a:t>、</a:t>
            </a:r>
            <a:r>
              <a:rPr lang="ja-JP" altLang="en-US" dirty="0" smtClean="0"/>
              <a:t>コイン、サイコロを持ってゲームを開始し、マップを進みながら敵と戦闘したり、イベント</a:t>
            </a:r>
            <a:endParaRPr lang="en-US" altLang="ja-JP" dirty="0" smtClean="0"/>
          </a:p>
          <a:p>
            <a:r>
              <a:rPr lang="ja-JP" altLang="en-US" dirty="0" smtClean="0"/>
              <a:t>に</a:t>
            </a:r>
            <a:r>
              <a:rPr lang="ja-JP" altLang="en-US" dirty="0" smtClean="0"/>
              <a:t>挑戦</a:t>
            </a:r>
            <a:r>
              <a:rPr lang="ja-JP" altLang="en-US" dirty="0" smtClean="0"/>
              <a:t>します。</a:t>
            </a:r>
            <a:endParaRPr lang="en-US" altLang="ja-JP" dirty="0"/>
          </a:p>
          <a:p>
            <a:r>
              <a:rPr lang="ja-JP" altLang="en-US" dirty="0" smtClean="0"/>
              <a:t>戦闘時に攻撃か防御を選択し、サイコロを振って出た目を攻撃力、防御力として</a:t>
            </a:r>
            <a:r>
              <a:rPr lang="ja-JP" altLang="en-US" dirty="0" smtClean="0"/>
              <a:t>使用</a:t>
            </a:r>
            <a:r>
              <a:rPr lang="ja-JP" altLang="en-US" dirty="0"/>
              <a:t>します。</a:t>
            </a:r>
            <a:endParaRPr lang="en-US" altLang="ja-JP" dirty="0"/>
          </a:p>
          <a:p>
            <a:r>
              <a:rPr lang="ja-JP" altLang="en-US" dirty="0" smtClean="0"/>
              <a:t>さらに、コインを使うことで任意でもう一度サイコロを振ることが</a:t>
            </a:r>
            <a:r>
              <a:rPr lang="ja-JP" altLang="en-US" dirty="0" smtClean="0"/>
              <a:t>できます。</a:t>
            </a:r>
            <a:r>
              <a:rPr lang="ja-JP" altLang="en-US" dirty="0" smtClean="0"/>
              <a:t>二回目の出目が一回目よりも</a:t>
            </a:r>
            <a:endParaRPr lang="en-US" altLang="ja-JP" dirty="0" smtClean="0"/>
          </a:p>
          <a:p>
            <a:r>
              <a:rPr lang="ja-JP" altLang="en-US" dirty="0" smtClean="0"/>
              <a:t>小さい場合は数値が</a:t>
            </a:r>
            <a:r>
              <a:rPr lang="en-US" altLang="ja-JP" dirty="0" smtClean="0"/>
              <a:t>0</a:t>
            </a:r>
            <a:r>
              <a:rPr lang="ja-JP" altLang="en-US" dirty="0" smtClean="0"/>
              <a:t>になり、大きい場合は</a:t>
            </a:r>
            <a:r>
              <a:rPr lang="en-US" altLang="ja-JP" dirty="0" smtClean="0"/>
              <a:t>+2</a:t>
            </a:r>
            <a:r>
              <a:rPr lang="ja-JP" altLang="en-US" dirty="0" err="1" smtClean="0"/>
              <a:t>、</a:t>
            </a:r>
            <a:r>
              <a:rPr lang="ja-JP" altLang="en-US" dirty="0" smtClean="0"/>
              <a:t>同じ場合は</a:t>
            </a:r>
            <a:r>
              <a:rPr lang="en-US" altLang="ja-JP" dirty="0" smtClean="0"/>
              <a:t>2</a:t>
            </a:r>
            <a:r>
              <a:rPr lang="ja-JP" altLang="en-US" dirty="0" smtClean="0"/>
              <a:t>倍</a:t>
            </a:r>
            <a:r>
              <a:rPr lang="ja-JP" altLang="en-US" dirty="0" smtClean="0"/>
              <a:t>に</a:t>
            </a:r>
            <a:r>
              <a:rPr lang="ja-JP" altLang="en-US" dirty="0"/>
              <a:t>なります。</a:t>
            </a:r>
            <a:endParaRPr lang="en-US" altLang="ja-JP" dirty="0" smtClean="0"/>
          </a:p>
          <a:p>
            <a:r>
              <a:rPr lang="ja-JP" altLang="en-US" dirty="0"/>
              <a:t>敵</a:t>
            </a:r>
            <a:r>
              <a:rPr lang="ja-JP" altLang="en-US" dirty="0" smtClean="0"/>
              <a:t>を倒すとコインまたは</a:t>
            </a:r>
            <a:r>
              <a:rPr lang="en-US" altLang="ja-JP" dirty="0" smtClean="0"/>
              <a:t>HP</a:t>
            </a:r>
            <a:r>
              <a:rPr lang="ja-JP" altLang="en-US" dirty="0" smtClean="0"/>
              <a:t>回復を選択して獲得でき、</a:t>
            </a:r>
            <a:endParaRPr lang="en-US" altLang="ja-JP" dirty="0" smtClean="0"/>
          </a:p>
          <a:p>
            <a:r>
              <a:rPr lang="ja-JP" altLang="en-US" dirty="0" smtClean="0"/>
              <a:t>マップ上の宝箱からサイコロを強化するアイテムを入手</a:t>
            </a:r>
            <a:r>
              <a:rPr lang="ja-JP" altLang="en-US" dirty="0" smtClean="0"/>
              <a:t>できます。</a:t>
            </a:r>
            <a:endParaRPr lang="en-US" altLang="ja-JP" dirty="0" smtClean="0"/>
          </a:p>
          <a:p>
            <a:r>
              <a:rPr lang="ja-JP" altLang="en-US" dirty="0"/>
              <a:t>運だけで</a:t>
            </a:r>
            <a:r>
              <a:rPr lang="ja-JP" altLang="en-US" dirty="0" smtClean="0"/>
              <a:t>なく、現在の状況を見て</a:t>
            </a:r>
            <a:r>
              <a:rPr lang="ja-JP" altLang="en-US" dirty="0"/>
              <a:t>判断</a:t>
            </a:r>
            <a:r>
              <a:rPr lang="ja-JP" altLang="en-US" dirty="0" smtClean="0"/>
              <a:t>することが重要となって</a:t>
            </a:r>
            <a:r>
              <a:rPr lang="ja-JP" altLang="en-US" dirty="0" smtClean="0"/>
              <a:t>います。</a:t>
            </a:r>
            <a:endParaRPr lang="en-US" altLang="ja-JP" dirty="0" smtClean="0"/>
          </a:p>
        </p:txBody>
      </p:sp>
      <p:sp>
        <p:nvSpPr>
          <p:cNvPr id="5" name="テキスト ボックス 4"/>
          <p:cNvSpPr txBox="1"/>
          <p:nvPr/>
        </p:nvSpPr>
        <p:spPr>
          <a:xfrm>
            <a:off x="394283" y="167780"/>
            <a:ext cx="2492990" cy="646331"/>
          </a:xfrm>
          <a:prstGeom prst="rect">
            <a:avLst/>
          </a:prstGeom>
          <a:noFill/>
        </p:spPr>
        <p:txBody>
          <a:bodyPr wrap="none" rtlCol="0">
            <a:spAutoFit/>
          </a:bodyPr>
          <a:lstStyle/>
          <a:p>
            <a:r>
              <a:rPr kumimoji="1" lang="ja-JP" altLang="en-US" sz="3600" dirty="0" smtClean="0">
                <a:solidFill>
                  <a:srgbClr val="FF0000"/>
                </a:solidFill>
              </a:rPr>
              <a:t>ゲーム概要</a:t>
            </a:r>
            <a:endParaRPr kumimoji="1" lang="ja-JP" altLang="en-US" sz="3600" dirty="0">
              <a:solidFill>
                <a:srgbClr val="FF0000"/>
              </a:solidFill>
            </a:endParaRPr>
          </a:p>
        </p:txBody>
      </p:sp>
      <p:sp>
        <p:nvSpPr>
          <p:cNvPr id="7" name="テキスト ボックス 6"/>
          <p:cNvSpPr txBox="1"/>
          <p:nvPr/>
        </p:nvSpPr>
        <p:spPr>
          <a:xfrm>
            <a:off x="394283" y="4874004"/>
            <a:ext cx="2492990" cy="646331"/>
          </a:xfrm>
          <a:prstGeom prst="rect">
            <a:avLst/>
          </a:prstGeom>
          <a:noFill/>
        </p:spPr>
        <p:txBody>
          <a:bodyPr wrap="none" rtlCol="0">
            <a:spAutoFit/>
          </a:bodyPr>
          <a:lstStyle/>
          <a:p>
            <a:r>
              <a:rPr kumimoji="1" lang="ja-JP" altLang="en-US" sz="3600" dirty="0" smtClean="0">
                <a:solidFill>
                  <a:srgbClr val="FF0000"/>
                </a:solidFill>
              </a:rPr>
              <a:t>コンセプト</a:t>
            </a:r>
            <a:endParaRPr kumimoji="1" lang="ja-JP" altLang="en-US" sz="3600" dirty="0">
              <a:solidFill>
                <a:srgbClr val="FF0000"/>
              </a:solidFill>
            </a:endParaRPr>
          </a:p>
        </p:txBody>
      </p:sp>
      <p:sp>
        <p:nvSpPr>
          <p:cNvPr id="8" name="テキスト ボックス 7"/>
          <p:cNvSpPr txBox="1"/>
          <p:nvPr/>
        </p:nvSpPr>
        <p:spPr>
          <a:xfrm>
            <a:off x="629174" y="5645791"/>
            <a:ext cx="11264622" cy="923330"/>
          </a:xfrm>
          <a:prstGeom prst="rect">
            <a:avLst/>
          </a:prstGeom>
          <a:noFill/>
        </p:spPr>
        <p:txBody>
          <a:bodyPr wrap="none" rtlCol="0">
            <a:spAutoFit/>
          </a:bodyPr>
          <a:lstStyle/>
          <a:p>
            <a:r>
              <a:rPr lang="ja-JP" altLang="en-US" dirty="0"/>
              <a:t>プレイヤーは、ランダムに生成されるマップを進みながら敵との戦闘やイベントに</a:t>
            </a:r>
            <a:r>
              <a:rPr lang="ja-JP" altLang="en-US" dirty="0" smtClean="0"/>
              <a:t>挑戦</a:t>
            </a:r>
            <a:r>
              <a:rPr lang="ja-JP" altLang="en-US" dirty="0"/>
              <a:t>します。</a:t>
            </a:r>
            <a:endParaRPr lang="en-US" altLang="ja-JP" dirty="0" smtClean="0"/>
          </a:p>
          <a:p>
            <a:r>
              <a:rPr lang="ja-JP" altLang="en-US" dirty="0" smtClean="0"/>
              <a:t>サイコロ</a:t>
            </a:r>
            <a:r>
              <a:rPr lang="ja-JP" altLang="en-US" dirty="0"/>
              <a:t>の強化やコインの管理を行い、戦闘を有利に進めながら最終地点にいるボスの撃破を</a:t>
            </a:r>
            <a:r>
              <a:rPr lang="ja-JP" altLang="en-US" dirty="0" smtClean="0"/>
              <a:t>目指します。</a:t>
            </a:r>
            <a:endParaRPr lang="en-US" altLang="ja-JP" dirty="0" smtClean="0"/>
          </a:p>
          <a:p>
            <a:r>
              <a:rPr lang="en-US" altLang="ja-JP" dirty="0" smtClean="0"/>
              <a:t>HP</a:t>
            </a:r>
            <a:r>
              <a:rPr lang="ja-JP" altLang="en-US" dirty="0"/>
              <a:t>が</a:t>
            </a:r>
            <a:r>
              <a:rPr lang="en-US" altLang="ja-JP" dirty="0"/>
              <a:t>0</a:t>
            </a:r>
            <a:r>
              <a:rPr lang="ja-JP" altLang="en-US" dirty="0"/>
              <a:t>になるとゲームオーバー</a:t>
            </a:r>
            <a:r>
              <a:rPr lang="ja-JP" altLang="en-US" dirty="0" smtClean="0"/>
              <a:t>と</a:t>
            </a:r>
            <a:r>
              <a:rPr lang="ja-JP" altLang="en-US" dirty="0"/>
              <a:t>なっています。</a:t>
            </a:r>
          </a:p>
        </p:txBody>
      </p:sp>
    </p:spTree>
    <p:extLst>
      <p:ext uri="{BB962C8B-B14F-4D97-AF65-F5344CB8AC3E}">
        <p14:creationId xmlns:p14="http://schemas.microsoft.com/office/powerpoint/2010/main" val="2009768938"/>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正方形/長方形 4"/>
          <p:cNvSpPr/>
          <p:nvPr/>
        </p:nvSpPr>
        <p:spPr>
          <a:xfrm>
            <a:off x="414621" y="473060"/>
            <a:ext cx="3416320" cy="646331"/>
          </a:xfrm>
          <a:prstGeom prst="rect">
            <a:avLst/>
          </a:prstGeom>
        </p:spPr>
        <p:txBody>
          <a:bodyPr wrap="none">
            <a:spAutoFit/>
          </a:bodyPr>
          <a:lstStyle/>
          <a:p>
            <a:r>
              <a:rPr lang="ja-JP" altLang="en-US" sz="3600" dirty="0">
                <a:solidFill>
                  <a:srgbClr val="FF0000"/>
                </a:solidFill>
              </a:rPr>
              <a:t>面白いポイント</a:t>
            </a:r>
          </a:p>
        </p:txBody>
      </p:sp>
      <p:sp>
        <p:nvSpPr>
          <p:cNvPr id="6" name="テキスト ボックス 5"/>
          <p:cNvSpPr txBox="1"/>
          <p:nvPr/>
        </p:nvSpPr>
        <p:spPr>
          <a:xfrm>
            <a:off x="414621" y="1119391"/>
            <a:ext cx="9844362" cy="369332"/>
          </a:xfrm>
          <a:prstGeom prst="rect">
            <a:avLst/>
          </a:prstGeom>
          <a:noFill/>
        </p:spPr>
        <p:txBody>
          <a:bodyPr wrap="none" rtlCol="0">
            <a:spAutoFit/>
          </a:bodyPr>
          <a:lstStyle/>
          <a:p>
            <a:r>
              <a:rPr lang="ja-JP" altLang="en-US" dirty="0" smtClean="0"/>
              <a:t>運に任せるだけではなく、サイコロの結果を見て賭けるか、やめるかを自分で決める緊張感</a:t>
            </a:r>
            <a:endParaRPr kumimoji="1" lang="ja-JP" altLang="en-US" dirty="0"/>
          </a:p>
        </p:txBody>
      </p:sp>
      <p:sp>
        <p:nvSpPr>
          <p:cNvPr id="7" name="テキスト ボックス 6"/>
          <p:cNvSpPr txBox="1"/>
          <p:nvPr/>
        </p:nvSpPr>
        <p:spPr>
          <a:xfrm>
            <a:off x="414621" y="1765722"/>
            <a:ext cx="3416320" cy="646331"/>
          </a:xfrm>
          <a:prstGeom prst="rect">
            <a:avLst/>
          </a:prstGeom>
          <a:noFill/>
        </p:spPr>
        <p:txBody>
          <a:bodyPr wrap="none" rtlCol="0">
            <a:spAutoFit/>
          </a:bodyPr>
          <a:lstStyle/>
          <a:p>
            <a:r>
              <a:rPr kumimoji="1" lang="ja-JP" altLang="en-US" sz="3600" dirty="0" smtClean="0">
                <a:solidFill>
                  <a:srgbClr val="FF0000"/>
                </a:solidFill>
              </a:rPr>
              <a:t>ゲームシステム</a:t>
            </a:r>
            <a:endParaRPr kumimoji="1" lang="en-US" altLang="ja-JP" sz="3600" dirty="0" smtClean="0">
              <a:solidFill>
                <a:srgbClr val="FF0000"/>
              </a:solidFill>
            </a:endParaRPr>
          </a:p>
        </p:txBody>
      </p:sp>
      <p:sp>
        <p:nvSpPr>
          <p:cNvPr id="9" name="正方形/長方形 8"/>
          <p:cNvSpPr/>
          <p:nvPr/>
        </p:nvSpPr>
        <p:spPr>
          <a:xfrm>
            <a:off x="503339" y="2667699"/>
            <a:ext cx="1935061" cy="1005943"/>
          </a:xfrm>
          <a:prstGeom prst="rect">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dirty="0" smtClean="0">
                <a:solidFill>
                  <a:schemeClr val="tx1"/>
                </a:solidFill>
              </a:rPr>
              <a:t>戦闘開始</a:t>
            </a:r>
            <a:endParaRPr kumimoji="1" lang="ja-JP" altLang="en-US" dirty="0">
              <a:solidFill>
                <a:schemeClr val="tx1"/>
              </a:solidFill>
            </a:endParaRPr>
          </a:p>
        </p:txBody>
      </p:sp>
      <p:sp>
        <p:nvSpPr>
          <p:cNvPr id="10" name="右矢印 9"/>
          <p:cNvSpPr/>
          <p:nvPr/>
        </p:nvSpPr>
        <p:spPr>
          <a:xfrm>
            <a:off x="2759242" y="3048000"/>
            <a:ext cx="898358" cy="401053"/>
          </a:xfrm>
          <a:prstGeom prst="rightArrow">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1" name="正方形/長方形 10"/>
          <p:cNvSpPr/>
          <p:nvPr/>
        </p:nvSpPr>
        <p:spPr>
          <a:xfrm>
            <a:off x="3978442" y="2667699"/>
            <a:ext cx="1935061" cy="1005943"/>
          </a:xfrm>
          <a:prstGeom prst="rect">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ja-JP" altLang="en-US" dirty="0" smtClean="0">
                <a:solidFill>
                  <a:schemeClr val="tx1"/>
                </a:solidFill>
              </a:rPr>
              <a:t>攻撃</a:t>
            </a:r>
            <a:r>
              <a:rPr lang="en-US" altLang="ja-JP" dirty="0" smtClean="0">
                <a:solidFill>
                  <a:schemeClr val="tx1"/>
                </a:solidFill>
              </a:rPr>
              <a:t>/</a:t>
            </a:r>
            <a:r>
              <a:rPr lang="ja-JP" altLang="en-US" dirty="0" smtClean="0">
                <a:solidFill>
                  <a:schemeClr val="tx1"/>
                </a:solidFill>
              </a:rPr>
              <a:t>防御</a:t>
            </a:r>
            <a:endParaRPr kumimoji="1" lang="ja-JP" altLang="en-US" dirty="0">
              <a:solidFill>
                <a:schemeClr val="tx1"/>
              </a:solidFill>
            </a:endParaRPr>
          </a:p>
        </p:txBody>
      </p:sp>
      <p:sp>
        <p:nvSpPr>
          <p:cNvPr id="12" name="右矢印 11"/>
          <p:cNvSpPr/>
          <p:nvPr/>
        </p:nvSpPr>
        <p:spPr>
          <a:xfrm>
            <a:off x="6234345" y="3048000"/>
            <a:ext cx="898358" cy="401053"/>
          </a:xfrm>
          <a:prstGeom prst="rightArrow">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3" name="正方形/長方形 12"/>
          <p:cNvSpPr/>
          <p:nvPr/>
        </p:nvSpPr>
        <p:spPr>
          <a:xfrm>
            <a:off x="7453545" y="2683741"/>
            <a:ext cx="1935061" cy="1005943"/>
          </a:xfrm>
          <a:prstGeom prst="rect">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dirty="0" smtClean="0">
                <a:solidFill>
                  <a:schemeClr val="tx1"/>
                </a:solidFill>
              </a:rPr>
              <a:t>🎲一回目</a:t>
            </a:r>
            <a:endParaRPr kumimoji="1" lang="ja-JP" altLang="en-US" dirty="0">
              <a:solidFill>
                <a:schemeClr val="tx1"/>
              </a:solidFill>
            </a:endParaRPr>
          </a:p>
        </p:txBody>
      </p:sp>
      <p:sp>
        <p:nvSpPr>
          <p:cNvPr id="15" name="曲折矢印 14"/>
          <p:cNvSpPr/>
          <p:nvPr/>
        </p:nvSpPr>
        <p:spPr>
          <a:xfrm rot="10800000">
            <a:off x="9861940" y="5618666"/>
            <a:ext cx="794085" cy="765974"/>
          </a:xfrm>
          <a:prstGeom prst="bentArrow">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solidFill>
                <a:schemeClr val="tx1"/>
              </a:solidFill>
            </a:endParaRPr>
          </a:p>
        </p:txBody>
      </p:sp>
      <p:sp>
        <p:nvSpPr>
          <p:cNvPr id="16" name="正方形/長方形 15"/>
          <p:cNvSpPr/>
          <p:nvPr/>
        </p:nvSpPr>
        <p:spPr>
          <a:xfrm>
            <a:off x="9707460" y="4071383"/>
            <a:ext cx="1935061" cy="1005943"/>
          </a:xfrm>
          <a:prstGeom prst="rect">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en-US" altLang="ja-JP" dirty="0" smtClean="0">
                <a:solidFill>
                  <a:schemeClr val="tx1"/>
                </a:solidFill>
              </a:rPr>
              <a:t>BET</a:t>
            </a:r>
            <a:r>
              <a:rPr kumimoji="1" lang="ja-JP" altLang="en-US" dirty="0" smtClean="0">
                <a:solidFill>
                  <a:schemeClr val="tx1"/>
                </a:solidFill>
              </a:rPr>
              <a:t>するか？</a:t>
            </a:r>
            <a:endParaRPr kumimoji="1" lang="ja-JP" altLang="en-US" dirty="0">
              <a:solidFill>
                <a:schemeClr val="tx1"/>
              </a:solidFill>
            </a:endParaRPr>
          </a:p>
        </p:txBody>
      </p:sp>
      <p:sp>
        <p:nvSpPr>
          <p:cNvPr id="17" name="曲折矢印 16"/>
          <p:cNvSpPr/>
          <p:nvPr/>
        </p:nvSpPr>
        <p:spPr>
          <a:xfrm rot="5400000">
            <a:off x="9966118" y="3021950"/>
            <a:ext cx="794085" cy="765974"/>
          </a:xfrm>
          <a:prstGeom prst="bentArrow">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solidFill>
                <a:schemeClr val="tx1"/>
              </a:solidFill>
            </a:endParaRPr>
          </a:p>
        </p:txBody>
      </p:sp>
      <p:sp>
        <p:nvSpPr>
          <p:cNvPr id="18" name="正方形/長方形 17"/>
          <p:cNvSpPr/>
          <p:nvPr/>
        </p:nvSpPr>
        <p:spPr>
          <a:xfrm>
            <a:off x="7493706" y="5618666"/>
            <a:ext cx="1935061" cy="1005943"/>
          </a:xfrm>
          <a:prstGeom prst="rect">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ja-JP" altLang="en-US" dirty="0" smtClean="0">
                <a:solidFill>
                  <a:schemeClr val="tx1"/>
                </a:solidFill>
              </a:rPr>
              <a:t>🎲二回目</a:t>
            </a:r>
            <a:endParaRPr kumimoji="1" lang="ja-JP" altLang="en-US" dirty="0">
              <a:solidFill>
                <a:schemeClr val="tx1"/>
              </a:solidFill>
            </a:endParaRPr>
          </a:p>
        </p:txBody>
      </p:sp>
      <p:sp>
        <p:nvSpPr>
          <p:cNvPr id="19" name="右矢印 18"/>
          <p:cNvSpPr/>
          <p:nvPr/>
        </p:nvSpPr>
        <p:spPr>
          <a:xfrm rot="10800000">
            <a:off x="5929583" y="5921110"/>
            <a:ext cx="898358" cy="401053"/>
          </a:xfrm>
          <a:prstGeom prst="rightArrow">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0" name="正方形/長方形 19"/>
          <p:cNvSpPr/>
          <p:nvPr/>
        </p:nvSpPr>
        <p:spPr>
          <a:xfrm>
            <a:off x="3444648" y="5618665"/>
            <a:ext cx="1935061" cy="1005943"/>
          </a:xfrm>
          <a:prstGeom prst="rect">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ja-JP" dirty="0" smtClean="0">
                <a:solidFill>
                  <a:schemeClr val="tx1"/>
                </a:solidFill>
              </a:rPr>
              <a:t>0/+2/*2</a:t>
            </a:r>
            <a:endParaRPr kumimoji="1" lang="ja-JP" altLang="en-US" dirty="0">
              <a:solidFill>
                <a:schemeClr val="tx1"/>
              </a:solidFill>
            </a:endParaRPr>
          </a:p>
        </p:txBody>
      </p:sp>
      <p:sp>
        <p:nvSpPr>
          <p:cNvPr id="21" name="右矢印 20"/>
          <p:cNvSpPr/>
          <p:nvPr/>
        </p:nvSpPr>
        <p:spPr>
          <a:xfrm rot="10800000">
            <a:off x="2487125" y="5921110"/>
            <a:ext cx="898358" cy="401053"/>
          </a:xfrm>
          <a:prstGeom prst="rightArrow">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2" name="正方形/長方形 21"/>
          <p:cNvSpPr/>
          <p:nvPr/>
        </p:nvSpPr>
        <p:spPr>
          <a:xfrm>
            <a:off x="2190" y="5618665"/>
            <a:ext cx="1935061" cy="1005943"/>
          </a:xfrm>
          <a:prstGeom prst="rect">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ja-JP" altLang="en-US" dirty="0" smtClean="0">
                <a:solidFill>
                  <a:schemeClr val="tx1"/>
                </a:solidFill>
              </a:rPr>
              <a:t>戦闘結果</a:t>
            </a:r>
            <a:endParaRPr kumimoji="1" lang="ja-JP" altLang="en-US" dirty="0">
              <a:solidFill>
                <a:schemeClr val="tx1"/>
              </a:solidFill>
            </a:endParaRPr>
          </a:p>
        </p:txBody>
      </p:sp>
    </p:spTree>
    <p:extLst>
      <p:ext uri="{BB962C8B-B14F-4D97-AF65-F5344CB8AC3E}">
        <p14:creationId xmlns:p14="http://schemas.microsoft.com/office/powerpoint/2010/main" val="3223794012"/>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テキスト ボックス 3"/>
          <p:cNvSpPr txBox="1"/>
          <p:nvPr/>
        </p:nvSpPr>
        <p:spPr>
          <a:xfrm>
            <a:off x="577516" y="513347"/>
            <a:ext cx="2492990" cy="646331"/>
          </a:xfrm>
          <a:prstGeom prst="rect">
            <a:avLst/>
          </a:prstGeom>
          <a:noFill/>
        </p:spPr>
        <p:txBody>
          <a:bodyPr wrap="none" rtlCol="0">
            <a:spAutoFit/>
          </a:bodyPr>
          <a:lstStyle/>
          <a:p>
            <a:r>
              <a:rPr kumimoji="1" lang="ja-JP" altLang="en-US" sz="3600" dirty="0" smtClean="0">
                <a:solidFill>
                  <a:srgbClr val="FF0000"/>
                </a:solidFill>
              </a:rPr>
              <a:t>ゲーム画面</a:t>
            </a:r>
            <a:endParaRPr kumimoji="1" lang="ja-JP" altLang="en-US" sz="3600" dirty="0">
              <a:solidFill>
                <a:srgbClr val="FF0000"/>
              </a:solidFill>
            </a:endParaRPr>
          </a:p>
        </p:txBody>
      </p:sp>
      <p:pic>
        <p:nvPicPr>
          <p:cNvPr id="5" name="図 4"/>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2149641" y="1159678"/>
            <a:ext cx="7176837" cy="4784558"/>
          </a:xfrm>
          <a:prstGeom prst="rect">
            <a:avLst/>
          </a:prstGeom>
        </p:spPr>
      </p:pic>
      <p:sp>
        <p:nvSpPr>
          <p:cNvPr id="6" name="テキスト ボックス 5"/>
          <p:cNvSpPr txBox="1"/>
          <p:nvPr/>
        </p:nvSpPr>
        <p:spPr>
          <a:xfrm>
            <a:off x="2149641" y="6224337"/>
            <a:ext cx="2492990" cy="369332"/>
          </a:xfrm>
          <a:prstGeom prst="rect">
            <a:avLst/>
          </a:prstGeom>
          <a:noFill/>
        </p:spPr>
        <p:txBody>
          <a:bodyPr wrap="none" rtlCol="0">
            <a:spAutoFit/>
          </a:bodyPr>
          <a:lstStyle/>
          <a:p>
            <a:r>
              <a:rPr kumimoji="1" lang="ja-JP" altLang="en-US" dirty="0" smtClean="0"/>
              <a:t>基本的にマウスで操作</a:t>
            </a:r>
            <a:endParaRPr kumimoji="1" lang="ja-JP" altLang="en-US" dirty="0"/>
          </a:p>
        </p:txBody>
      </p:sp>
    </p:spTree>
    <p:extLst>
      <p:ext uri="{BB962C8B-B14F-4D97-AF65-F5344CB8AC3E}">
        <p14:creationId xmlns:p14="http://schemas.microsoft.com/office/powerpoint/2010/main" val="357921225"/>
      </p:ext>
    </p:extLst>
  </p:cSld>
  <p:clrMapOvr>
    <a:masterClrMapping/>
  </p:clrMapOvr>
</p:sld>
</file>

<file path=ppt/theme/theme1.xml><?xml version="1.0" encoding="utf-8"?>
<a:theme xmlns:a="http://schemas.openxmlformats.org/drawingml/2006/main" name="Office テーマ">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游ゴシック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游ゴシック"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64</TotalTime>
  <Words>278</Words>
  <Application>Microsoft Office PowerPoint</Application>
  <PresentationFormat>ワイド画面</PresentationFormat>
  <Paragraphs>33</Paragraphs>
  <Slides>4</Slides>
  <Notes>0</Notes>
  <HiddenSlides>0</HiddenSlides>
  <MMClips>0</MMClips>
  <ScaleCrop>false</ScaleCrop>
  <HeadingPairs>
    <vt:vector size="6" baseType="variant">
      <vt:variant>
        <vt:lpstr>使用されているフォント</vt:lpstr>
      </vt:variant>
      <vt:variant>
        <vt:i4>3</vt:i4>
      </vt:variant>
      <vt:variant>
        <vt:lpstr>テーマ</vt:lpstr>
      </vt:variant>
      <vt:variant>
        <vt:i4>1</vt:i4>
      </vt:variant>
      <vt:variant>
        <vt:lpstr>スライド タイトル</vt:lpstr>
      </vt:variant>
      <vt:variant>
        <vt:i4>4</vt:i4>
      </vt:variant>
    </vt:vector>
  </HeadingPairs>
  <TitlesOfParts>
    <vt:vector size="8" baseType="lpstr">
      <vt:lpstr>游ゴシック</vt:lpstr>
      <vt:lpstr>游ゴシック Light</vt:lpstr>
      <vt:lpstr>Arial</vt:lpstr>
      <vt:lpstr>Office テーマ</vt:lpstr>
      <vt:lpstr>企画書</vt:lpstr>
      <vt:lpstr>PowerPoint プレゼンテーション</vt:lpstr>
      <vt:lpstr>PowerPoint プレゼンテーション</vt:lpstr>
      <vt:lpstr>PowerPoint プレゼンテーション</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企画書</dc:title>
  <dc:creator>GA3</dc:creator>
  <cp:lastModifiedBy>GA3</cp:lastModifiedBy>
  <cp:revision>8</cp:revision>
  <dcterms:created xsi:type="dcterms:W3CDTF">2026-10-05T01:32:59Z</dcterms:created>
  <dcterms:modified xsi:type="dcterms:W3CDTF">2026-10-19T00:39:04Z</dcterms:modified>
</cp:coreProperties>
</file>